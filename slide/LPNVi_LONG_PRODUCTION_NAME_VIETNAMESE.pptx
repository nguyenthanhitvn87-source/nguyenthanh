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944" r:id="rId4"/>
  </p:sldMasterIdLst>
  <p:notesMasterIdLst>
    <p:notesMasterId r:id="rId13"/>
  </p:notesMasterIdLst>
  <p:handoutMasterIdLst>
    <p:handoutMasterId r:id="rId14"/>
  </p:handoutMasterIdLst>
  <p:sldIdLst>
    <p:sldId id="309" r:id="rId5"/>
    <p:sldId id="311" r:id="rId6"/>
    <p:sldId id="319" r:id="rId8"/>
    <p:sldId id="322" r:id="rId21"/>
    <p:sldId id="321" r:id="rId10"/>
    <p:sldId id="323" r:id="rId22"/>
    <p:sldId id="274" r:id="rId11"/>
    <p:sldId id="313" r:id="rId12"/>
  </p:sldIdLst>
  <p:sldSz cx="12192000" cy="6858000"/>
  <p:notesSz cx="6858000" cy="9144000"/>
  <p:custDataLst>
    <p:tags r:id="rId1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EB98B3B-21F7-9A84-489D-7F913B12E946}" name="Celestine Wei Tian Neo" initials="CN" userId="S::celestine.neo@dksh.com::a6852a77-a04a-438b-b096-fb3275b34801" providerId="AD"/>
  <p188:author id="{3AAC2654-3856-9C0C-3A47-1D9CCDC7035A}" name="Irene YR Chen" initials="IC" userId="S::irene.yr.chen@dksh.com::a0b46fcf-6063-4c0e-a1de-e9d20d490ee1" providerId="AD"/>
  <p188:author id="{9CE2706B-1232-0461-01D1-82FAE486B62F}" name="Christina Fischoeder" initials="CF" userId="S::christina.fischoeder@dksh.com::21686f65-68ab-4c0b-943f-d1389f1ec9b3" providerId="AD"/>
  <p188:author id="{9DBAD58C-94D0-095B-043B-6E5A31D21EED}" name="Tadporn Wudhinan" initials="TW" userId="S::tadporn.w@dksh.com::51ded03f-5287-4f3f-9115-4909e154be93" providerId="AD"/>
  <p188:author id="{902CF5C7-7AD6-250C-04FC-6B76D4288A3C}" name="Daniel Hollister" initials="DH" userId="S::daniel.hollister@dksh.com::f263fcf9-3052-4c95-a72a-ba3fdf74fc5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0E0EF"/>
    <a:srgbClr val="E2E3EF"/>
    <a:srgbClr val="D2C4DC"/>
    <a:srgbClr val="9996B3"/>
    <a:srgbClr val="957893"/>
    <a:srgbClr val="CECFE3"/>
    <a:srgbClr val="544F80"/>
    <a:srgbClr val="B29CC3"/>
    <a:srgbClr val="4E1E4A"/>
    <a:srgbClr val="C4E1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8" Type="http://schemas.openxmlformats.org/officeDocument/2006/relationships/slide" Target="slides/slide3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tags" Target="tags/tag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8/10/relationships/authors" Target="authors.xml"/><Relationship Id="rId21" Type="http://schemas.openxmlformats.org/officeDocument/2006/relationships/slide" Target="slides/slide4.xml"/><Relationship Id="rId22" Type="http://schemas.openxmlformats.org/officeDocument/2006/relationships/slide" Target="slides/slide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483E861-02CD-4BA1-9F96-6CAD2A207A23}"/>
              </a:ext>
            </a:extLst>
          </p:cNvPr>
          <p:cNvSpPr>
            <a:spLocks noGrp="1"/>
          </p:cNvSpPr>
          <p:nvPr>
            <p:ph type="hdr" sz="quarter"/>
          </p:nvPr>
        </p:nvSpPr>
        <p:spPr bwMode="gray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sz="1000">
              <a:solidFill>
                <a:schemeClr val="tx2"/>
              </a:solidFill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66B794-DC3D-4325-8DC9-DB091B929305}"/>
              </a:ext>
            </a:extLst>
          </p:cNvPr>
          <p:cNvSpPr>
            <a:spLocks noGrp="1"/>
          </p:cNvSpPr>
          <p:nvPr>
            <p:ph type="dt" sz="quarter" idx="1"/>
          </p:nvPr>
        </p:nvSpPr>
        <p:spPr bwMode="gray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BC06BF-C2C7-460A-92E8-A7999537D676}" type="datetimeFigureOut">
              <a:rPr lang="en-US" sz="1000" smtClean="0">
                <a:solidFill>
                  <a:schemeClr val="tx2"/>
                </a:solidFill>
              </a:rPr>
              <a:t>11-08-2026</a:t>
            </a:fld>
            <a:endParaRPr lang="en-US" sz="1000">
              <a:solidFill>
                <a:schemeClr val="tx2"/>
              </a:solidFill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ACFCB8-CF3D-49C0-A2BC-1EBF7CCE652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 bwMode="gray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sz="1000">
              <a:solidFill>
                <a:schemeClr val="tx2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154429-D597-464B-A554-C0925ED921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 bwMode="gray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5EAA8E-D742-4B15-8EC1-3BE2620670A6}" type="slidenum">
              <a:rPr lang="en-US" sz="1000" smtClean="0">
                <a:solidFill>
                  <a:schemeClr val="tx2"/>
                </a:solidFill>
              </a:rPr>
              <a:t>‹#›</a:t>
            </a:fld>
            <a:endParaRPr lang="en-US" sz="100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361601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gray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0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 bwMode="gray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00">
                <a:solidFill>
                  <a:schemeClr val="tx2"/>
                </a:solidFill>
              </a:defRPr>
            </a:lvl1pPr>
          </a:lstStyle>
          <a:p>
            <a:fld id="{BA59266D-4678-4875-94E9-6CFF204ECF22}" type="datetimeFigureOut">
              <a:rPr lang="en-US" smtClean="0"/>
              <a:t>11-08-2026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 bwMode="gray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 bwMode="gray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gray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 bwMode="gray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tx2"/>
                </a:solidFill>
              </a:defRPr>
            </a:lvl1pPr>
          </a:lstStyle>
          <a:p>
            <a:fld id="{CD78E246-74D0-4A8E-8B33-CCB6F9F4D2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51544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lnSpc>
        <a:spcPct val="110000"/>
      </a:lnSpc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180000" indent="-180000" algn="l" defTabSz="914400" rtl="0" eaLnBrk="1" latinLnBrk="0" hangingPunct="1">
      <a:lnSpc>
        <a:spcPct val="110000"/>
      </a:lnSpc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360000" indent="-180000" algn="l" defTabSz="914400" rtl="0" eaLnBrk="1" latinLnBrk="0" hangingPunct="1">
      <a:lnSpc>
        <a:spcPct val="110000"/>
      </a:lnSpc>
      <a:buClr>
        <a:schemeClr val="tx1"/>
      </a:buClr>
      <a:buFont typeface="Arial" panose="020B0604020202020204" pitchFamily="34" charset="0"/>
      <a:buChar char="‒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360000" indent="-180000" algn="l" defTabSz="914400" rtl="0" eaLnBrk="1" latinLnBrk="0" hangingPunct="1">
      <a:lnSpc>
        <a:spcPct val="110000"/>
      </a:lnSpc>
      <a:buClr>
        <a:schemeClr val="tx1"/>
      </a:buClr>
      <a:buFont typeface="Arial" panose="020B0604020202020204" pitchFamily="34" charset="0"/>
      <a:buChar char="‒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360000" indent="-180000" algn="l" defTabSz="914400" rtl="0" eaLnBrk="1" latinLnBrk="0" hangingPunct="1">
      <a:lnSpc>
        <a:spcPct val="110000"/>
      </a:lnSpc>
      <a:buClr>
        <a:schemeClr val="tx1"/>
      </a:buClr>
      <a:buFont typeface="Arial" panose="020B0604020202020204" pitchFamily="34" charset="0"/>
      <a:buChar char="‒"/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w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w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w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w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wmf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wmf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E2EEC271-9F5C-FF43-8855-28849487B506}"/>
              </a:ext>
            </a:extLst>
          </p:cNvPr>
          <p:cNvSpPr/>
          <p:nvPr userDrawn="1"/>
        </p:nvSpPr>
        <p:spPr bwMode="gray">
          <a:xfrm>
            <a:off x="4718872" y="-135"/>
            <a:ext cx="7473127" cy="6858069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08000" rIns="144000" bIns="108000" rtlCol="0" anchor="t" anchorCtr="0"/>
          <a:lstStyle/>
          <a:p>
            <a:pPr algn="l">
              <a:lnSpc>
                <a:spcPct val="120000"/>
              </a:lnSpc>
            </a:pPr>
            <a:endParaRPr lang="de-DE" sz="1600"/>
          </a:p>
        </p:txBody>
      </p:sp>
      <p:sp>
        <p:nvSpPr>
          <p:cNvPr id="10" name="TextBox 3">
            <a:extLst>
              <a:ext uri="{FF2B5EF4-FFF2-40B4-BE49-F238E27FC236}">
                <a16:creationId xmlns:a16="http://schemas.microsoft.com/office/drawing/2014/main" id="{DEA84D12-9A33-3C4A-9A17-CCB8F530BDDC}"/>
              </a:ext>
            </a:extLst>
          </p:cNvPr>
          <p:cNvSpPr txBox="1"/>
          <p:nvPr userDrawn="1"/>
        </p:nvSpPr>
        <p:spPr bwMode="gray">
          <a:xfrm>
            <a:off x="1" y="1"/>
            <a:ext cx="364586" cy="6858000"/>
          </a:xfrm>
          <a:prstGeom prst="rect">
            <a:avLst/>
          </a:prstGeom>
          <a:solidFill>
            <a:srgbClr val="00B4D8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800">
              <a:solidFill>
                <a:schemeClr val="bg1"/>
              </a:solidFill>
            </a:endParaRPr>
          </a:p>
        </p:txBody>
      </p:sp>
      <p:sp>
        <p:nvSpPr>
          <p:cNvPr id="11" name="Rechteck 11">
            <a:extLst>
              <a:ext uri="{FF2B5EF4-FFF2-40B4-BE49-F238E27FC236}">
                <a16:creationId xmlns:a16="http://schemas.microsoft.com/office/drawing/2014/main" id="{787E8961-0EF2-B148-A138-0367A7AE7B07}"/>
              </a:ext>
            </a:extLst>
          </p:cNvPr>
          <p:cNvSpPr/>
          <p:nvPr userDrawn="1"/>
        </p:nvSpPr>
        <p:spPr bwMode="gray">
          <a:xfrm>
            <a:off x="364587" y="-135"/>
            <a:ext cx="4354285" cy="6858069"/>
          </a:xfrm>
          <a:prstGeom prst="rect">
            <a:avLst/>
          </a:prstGeom>
          <a:solidFill>
            <a:srgbClr val="EF233C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08000" rIns="144000" bIns="108000" rtlCol="0" anchor="t" anchorCtr="0"/>
          <a:lstStyle/>
          <a:p>
            <a:pPr algn="l">
              <a:lnSpc>
                <a:spcPct val="120000"/>
              </a:lnSpc>
            </a:pPr>
            <a:endParaRPr lang="de-DE" sz="160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709F1826-8E47-4E47-9067-10AEBF150D74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380522" y="1032545"/>
            <a:ext cx="6441592" cy="1783680"/>
          </a:xfrm>
        </p:spPr>
        <p:txBody>
          <a:bodyPr anchor="b" anchorCtr="0"/>
          <a:lstStyle>
            <a:lvl1pPr algn="l">
              <a:lnSpc>
                <a:spcPct val="100000"/>
              </a:lnSpc>
              <a:defRPr sz="35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7039C98C-EF78-3345-B78B-B9CB3753718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380523" y="3524635"/>
            <a:ext cx="6441592" cy="586800"/>
          </a:xfrm>
        </p:spPr>
        <p:txBody>
          <a:bodyPr lIns="14400"/>
          <a:lstStyle>
            <a:lvl1pPr marL="0" indent="0" algn="l">
              <a:buNone/>
              <a:defRPr sz="1600" b="0">
                <a:solidFill>
                  <a:schemeClr val="bg1"/>
                </a:solidFill>
              </a:defRPr>
            </a:lvl1pPr>
            <a:lvl2pPr marL="0" indent="0" algn="l">
              <a:buNone/>
              <a:defRPr sz="1700" b="1"/>
            </a:lvl2pPr>
            <a:lvl3pPr marL="0" indent="0" algn="l">
              <a:buNone/>
              <a:defRPr sz="1700" b="1">
                <a:solidFill>
                  <a:schemeClr val="tx1"/>
                </a:solidFill>
              </a:defRPr>
            </a:lvl3pPr>
            <a:lvl4pPr marL="0" indent="0" algn="l">
              <a:buNone/>
              <a:defRPr sz="1700" b="1">
                <a:solidFill>
                  <a:schemeClr val="tx1"/>
                </a:solidFill>
              </a:defRPr>
            </a:lvl4pPr>
            <a:lvl5pPr marL="0" indent="0" algn="l">
              <a:buNone/>
              <a:defRPr sz="1700" b="1">
                <a:solidFill>
                  <a:schemeClr val="tx1"/>
                </a:solidFill>
              </a:defRPr>
            </a:lvl5pPr>
            <a:lvl6pPr marL="0" indent="0" algn="l">
              <a:buNone/>
              <a:defRPr sz="1700" b="1">
                <a:solidFill>
                  <a:schemeClr val="tx1"/>
                </a:solidFill>
              </a:defRPr>
            </a:lvl6pPr>
            <a:lvl7pPr marL="0" indent="0" algn="l">
              <a:buNone/>
              <a:defRPr sz="1700" b="1"/>
            </a:lvl7pPr>
            <a:lvl8pPr marL="0" indent="0" algn="l">
              <a:buNone/>
              <a:defRPr sz="1700" b="1">
                <a:solidFill>
                  <a:schemeClr val="tx1"/>
                </a:solidFill>
              </a:defRPr>
            </a:lvl8pPr>
            <a:lvl9pPr marL="0" indent="0" algn="l">
              <a:buNone/>
              <a:defRPr sz="1700" b="1">
                <a:solidFill>
                  <a:schemeClr val="tx1"/>
                </a:solidFill>
              </a:defRPr>
            </a:lvl9pPr>
          </a:lstStyle>
          <a:p>
            <a:r>
              <a:rPr lang="en-US" dirty="0"/>
              <a:t>For client name, title, company</a:t>
            </a:r>
            <a:br>
              <a:rPr lang="en-US" dirty="0"/>
            </a:br>
            <a:r>
              <a:rPr lang="en-US" dirty="0"/>
              <a:t>By presenter’s name, title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B05F67F9-13A6-3C42-B274-6F38196638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380329" y="4322354"/>
            <a:ext cx="6441045" cy="543600"/>
          </a:xfrm>
        </p:spPr>
        <p:txBody>
          <a:bodyPr lIns="1440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0" indent="0">
              <a:lnSpc>
                <a:spcPct val="100000"/>
              </a:lnSpc>
              <a:buNone/>
              <a:defRPr sz="1700"/>
            </a:lvl2pPr>
            <a:lvl3pPr marL="0" indent="0">
              <a:lnSpc>
                <a:spcPct val="100000"/>
              </a:lnSpc>
              <a:buNone/>
              <a:defRPr sz="1700"/>
            </a:lvl3pPr>
            <a:lvl4pPr marL="0" indent="0">
              <a:lnSpc>
                <a:spcPct val="100000"/>
              </a:lnSpc>
              <a:buNone/>
              <a:defRPr sz="1700"/>
            </a:lvl4pPr>
            <a:lvl5pPr marL="0" indent="0">
              <a:lnSpc>
                <a:spcPct val="100000"/>
              </a:lnSpc>
              <a:buNone/>
              <a:defRPr sz="1700"/>
            </a:lvl5pPr>
            <a:lvl6pPr marL="0" indent="0">
              <a:lnSpc>
                <a:spcPct val="100000"/>
              </a:lnSpc>
              <a:buNone/>
              <a:defRPr sz="1700"/>
            </a:lvl6pPr>
            <a:lvl7pPr marL="0" indent="0">
              <a:lnSpc>
                <a:spcPct val="100000"/>
              </a:lnSpc>
              <a:buNone/>
              <a:defRPr sz="1700"/>
            </a:lvl7pPr>
            <a:lvl8pPr marL="0" indent="0">
              <a:lnSpc>
                <a:spcPct val="100000"/>
              </a:lnSpc>
              <a:buNone/>
              <a:defRPr sz="1700"/>
            </a:lvl8pPr>
            <a:lvl9pPr marL="0" indent="0">
              <a:lnSpc>
                <a:spcPct val="100000"/>
              </a:lnSpc>
              <a:buNone/>
              <a:defRPr sz="1700"/>
            </a:lvl9pPr>
          </a:lstStyle>
          <a:p>
            <a:pPr lvl="0"/>
            <a:r>
              <a:rPr lang="en-US" dirty="0"/>
              <a:t>Place, Date</a:t>
            </a:r>
          </a:p>
        </p:txBody>
      </p:sp>
      <p:sp>
        <p:nvSpPr>
          <p:cNvPr id="15" name="Untertitel 3">
            <a:extLst>
              <a:ext uri="{FF2B5EF4-FFF2-40B4-BE49-F238E27FC236}">
                <a16:creationId xmlns:a16="http://schemas.microsoft.com/office/drawing/2014/main" id="{8ECD9D78-3D3A-534F-AC44-9204F40EF8F4}"/>
              </a:ext>
            </a:extLst>
          </p:cNvPr>
          <p:cNvSpPr txBox="1">
            <a:spLocks/>
          </p:cNvSpPr>
          <p:nvPr userDrawn="1"/>
        </p:nvSpPr>
        <p:spPr bwMode="gray">
          <a:xfrm>
            <a:off x="5408154" y="6315162"/>
            <a:ext cx="3310402" cy="238936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7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300" b="0"/>
              <a:t>Delivering Growth – in Asia and Beyond.</a:t>
            </a:r>
            <a:endParaRPr lang="de-DE" sz="1300" b="0"/>
          </a:p>
        </p:txBody>
      </p:sp>
      <p:pic>
        <p:nvPicPr>
          <p:cNvPr id="16" name="Grafik 13">
            <a:extLst>
              <a:ext uri="{FF2B5EF4-FFF2-40B4-BE49-F238E27FC236}">
                <a16:creationId xmlns:a16="http://schemas.microsoft.com/office/drawing/2014/main" id="{8B52E940-5164-734C-B94B-8D096A83B3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71138" y="368300"/>
            <a:ext cx="1449387" cy="453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72119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hteck 8">
            <a:extLst>
              <a:ext uri="{FF2B5EF4-FFF2-40B4-BE49-F238E27FC236}">
                <a16:creationId xmlns:a16="http://schemas.microsoft.com/office/drawing/2014/main" id="{3FA93B96-51F2-2A41-8D00-546096AF903D}"/>
              </a:ext>
            </a:extLst>
          </p:cNvPr>
          <p:cNvSpPr/>
          <p:nvPr userDrawn="1"/>
        </p:nvSpPr>
        <p:spPr bwMode="gray">
          <a:xfrm>
            <a:off x="4718872" y="-135"/>
            <a:ext cx="7473127" cy="6858069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08000" rIns="144000" bIns="108000" rtlCol="0" anchor="t" anchorCtr="0"/>
          <a:lstStyle/>
          <a:p>
            <a:pPr algn="l">
              <a:lnSpc>
                <a:spcPct val="120000"/>
              </a:lnSpc>
            </a:pPr>
            <a:endParaRPr lang="de-DE" sz="1600"/>
          </a:p>
        </p:txBody>
      </p:sp>
      <p:sp>
        <p:nvSpPr>
          <p:cNvPr id="18" name="TextBox 3">
            <a:extLst>
              <a:ext uri="{FF2B5EF4-FFF2-40B4-BE49-F238E27FC236}">
                <a16:creationId xmlns:a16="http://schemas.microsoft.com/office/drawing/2014/main" id="{0D5C77D2-DF25-E640-BBD4-7C5F2FF355CF}"/>
              </a:ext>
            </a:extLst>
          </p:cNvPr>
          <p:cNvSpPr txBox="1"/>
          <p:nvPr userDrawn="1"/>
        </p:nvSpPr>
        <p:spPr bwMode="gray">
          <a:xfrm>
            <a:off x="1" y="1"/>
            <a:ext cx="364586" cy="6858000"/>
          </a:xfrm>
          <a:prstGeom prst="rect">
            <a:avLst/>
          </a:prstGeom>
          <a:solidFill>
            <a:srgbClr val="00B4D8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800">
              <a:solidFill>
                <a:schemeClr val="bg1"/>
              </a:solidFill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7D0634AB-6B20-8C49-88BF-54A67CB86554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380522" y="1032545"/>
            <a:ext cx="6441592" cy="1783680"/>
          </a:xfrm>
        </p:spPr>
        <p:txBody>
          <a:bodyPr anchor="b" anchorCtr="0"/>
          <a:lstStyle>
            <a:lvl1pPr algn="l">
              <a:lnSpc>
                <a:spcPct val="100000"/>
              </a:lnSpc>
              <a:defRPr sz="35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7" name="Subtitle 2">
            <a:extLst>
              <a:ext uri="{FF2B5EF4-FFF2-40B4-BE49-F238E27FC236}">
                <a16:creationId xmlns:a16="http://schemas.microsoft.com/office/drawing/2014/main" id="{217AD9B9-9058-6148-9703-B8262BC1384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380523" y="3524635"/>
            <a:ext cx="6441592" cy="586800"/>
          </a:xfrm>
        </p:spPr>
        <p:txBody>
          <a:bodyPr lIns="14400"/>
          <a:lstStyle>
            <a:lvl1pPr marL="0" indent="0" algn="l">
              <a:buNone/>
              <a:defRPr sz="1600" b="0">
                <a:solidFill>
                  <a:schemeClr val="bg1"/>
                </a:solidFill>
              </a:defRPr>
            </a:lvl1pPr>
            <a:lvl2pPr marL="0" indent="0" algn="l">
              <a:buNone/>
              <a:defRPr sz="1700" b="1"/>
            </a:lvl2pPr>
            <a:lvl3pPr marL="0" indent="0" algn="l">
              <a:buNone/>
              <a:defRPr sz="1700" b="1">
                <a:solidFill>
                  <a:schemeClr val="tx1"/>
                </a:solidFill>
              </a:defRPr>
            </a:lvl3pPr>
            <a:lvl4pPr marL="0" indent="0" algn="l">
              <a:buNone/>
              <a:defRPr sz="1700" b="1">
                <a:solidFill>
                  <a:schemeClr val="tx1"/>
                </a:solidFill>
              </a:defRPr>
            </a:lvl4pPr>
            <a:lvl5pPr marL="0" indent="0" algn="l">
              <a:buNone/>
              <a:defRPr sz="1700" b="1">
                <a:solidFill>
                  <a:schemeClr val="tx1"/>
                </a:solidFill>
              </a:defRPr>
            </a:lvl5pPr>
            <a:lvl6pPr marL="0" indent="0" algn="l">
              <a:buNone/>
              <a:defRPr sz="1700" b="1">
                <a:solidFill>
                  <a:schemeClr val="tx1"/>
                </a:solidFill>
              </a:defRPr>
            </a:lvl6pPr>
            <a:lvl7pPr marL="0" indent="0" algn="l">
              <a:buNone/>
              <a:defRPr sz="1700" b="1"/>
            </a:lvl7pPr>
            <a:lvl8pPr marL="0" indent="0" algn="l">
              <a:buNone/>
              <a:defRPr sz="1700" b="1">
                <a:solidFill>
                  <a:schemeClr val="tx1"/>
                </a:solidFill>
              </a:defRPr>
            </a:lvl8pPr>
            <a:lvl9pPr marL="0" indent="0" algn="l">
              <a:buNone/>
              <a:defRPr sz="1700" b="1">
                <a:solidFill>
                  <a:schemeClr val="tx1"/>
                </a:solidFill>
              </a:defRPr>
            </a:lvl9pPr>
          </a:lstStyle>
          <a:p>
            <a:r>
              <a:rPr lang="en-US"/>
              <a:t>For client name, title, company</a:t>
            </a:r>
            <a:br>
              <a:rPr lang="en-US"/>
            </a:br>
            <a:r>
              <a:rPr lang="en-US"/>
              <a:t>By presenter’s name, title</a:t>
            </a: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E5C9330-26EF-8F41-994B-36C17C1CD7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380329" y="4322354"/>
            <a:ext cx="6441045" cy="543600"/>
          </a:xfrm>
        </p:spPr>
        <p:txBody>
          <a:bodyPr lIns="1440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0" indent="0">
              <a:lnSpc>
                <a:spcPct val="100000"/>
              </a:lnSpc>
              <a:buNone/>
              <a:defRPr sz="1700"/>
            </a:lvl2pPr>
            <a:lvl3pPr marL="0" indent="0">
              <a:lnSpc>
                <a:spcPct val="100000"/>
              </a:lnSpc>
              <a:buNone/>
              <a:defRPr sz="1700"/>
            </a:lvl3pPr>
            <a:lvl4pPr marL="0" indent="0">
              <a:lnSpc>
                <a:spcPct val="100000"/>
              </a:lnSpc>
              <a:buNone/>
              <a:defRPr sz="1700"/>
            </a:lvl4pPr>
            <a:lvl5pPr marL="0" indent="0">
              <a:lnSpc>
                <a:spcPct val="100000"/>
              </a:lnSpc>
              <a:buNone/>
              <a:defRPr sz="1700"/>
            </a:lvl5pPr>
            <a:lvl6pPr marL="0" indent="0">
              <a:lnSpc>
                <a:spcPct val="100000"/>
              </a:lnSpc>
              <a:buNone/>
              <a:defRPr sz="1700"/>
            </a:lvl6pPr>
            <a:lvl7pPr marL="0" indent="0">
              <a:lnSpc>
                <a:spcPct val="100000"/>
              </a:lnSpc>
              <a:buNone/>
              <a:defRPr sz="1700"/>
            </a:lvl7pPr>
            <a:lvl8pPr marL="0" indent="0">
              <a:lnSpc>
                <a:spcPct val="100000"/>
              </a:lnSpc>
              <a:buNone/>
              <a:defRPr sz="1700"/>
            </a:lvl8pPr>
            <a:lvl9pPr marL="0" indent="0">
              <a:lnSpc>
                <a:spcPct val="100000"/>
              </a:lnSpc>
              <a:buNone/>
              <a:defRPr sz="1700"/>
            </a:lvl9pPr>
          </a:lstStyle>
          <a:p>
            <a:pPr lvl="0"/>
            <a:r>
              <a:rPr lang="en-US"/>
              <a:t>Place, Date</a:t>
            </a:r>
          </a:p>
        </p:txBody>
      </p:sp>
      <p:sp>
        <p:nvSpPr>
          <p:cNvPr id="29" name="Untertitel 3">
            <a:extLst>
              <a:ext uri="{FF2B5EF4-FFF2-40B4-BE49-F238E27FC236}">
                <a16:creationId xmlns:a16="http://schemas.microsoft.com/office/drawing/2014/main" id="{1632E540-11F7-F343-BA82-64171682135E}"/>
              </a:ext>
            </a:extLst>
          </p:cNvPr>
          <p:cNvSpPr txBox="1">
            <a:spLocks/>
          </p:cNvSpPr>
          <p:nvPr userDrawn="1"/>
        </p:nvSpPr>
        <p:spPr bwMode="gray">
          <a:xfrm>
            <a:off x="5408154" y="6315162"/>
            <a:ext cx="3310402" cy="238936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7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300" b="0"/>
              <a:t>Delivering Growth – in Asia and Beyond.</a:t>
            </a:r>
            <a:endParaRPr lang="de-DE" sz="1300" b="0"/>
          </a:p>
        </p:txBody>
      </p:sp>
      <p:sp>
        <p:nvSpPr>
          <p:cNvPr id="30" name="Bildplatzhalter 2">
            <a:extLst>
              <a:ext uri="{FF2B5EF4-FFF2-40B4-BE49-F238E27FC236}">
                <a16:creationId xmlns:a16="http://schemas.microsoft.com/office/drawing/2014/main" id="{E81EF72B-98E2-2349-A602-D57BC779A236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364587" y="0"/>
            <a:ext cx="4348825" cy="6857934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pic>
        <p:nvPicPr>
          <p:cNvPr id="31" name="Grafik 13">
            <a:extLst>
              <a:ext uri="{FF2B5EF4-FFF2-40B4-BE49-F238E27FC236}">
                <a16:creationId xmlns:a16="http://schemas.microsoft.com/office/drawing/2014/main" id="{B8D5A599-98B5-FD4E-A286-D6E47BE6003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71138" y="368300"/>
            <a:ext cx="1449387" cy="453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64902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ubtitle 2">
            <a:extLst>
              <a:ext uri="{FF2B5EF4-FFF2-40B4-BE49-F238E27FC236}">
                <a16:creationId xmlns:a16="http://schemas.microsoft.com/office/drawing/2014/main" id="{D0146208-565A-466A-9E9F-FA4F965866F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936D39-6AF7-4DC1-A291-9F38117506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1B81173C-6015-41A6-8B68-EC68FA63648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843E46-45F4-DB9F-90DE-92CF206F1614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577034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81AB8-7536-457F-8E61-8CFF5F41EFF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68301"/>
            <a:ext cx="8694738" cy="8509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18EB025A-C788-49B9-93C9-2EA52C40087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007DA663-F713-41F3-A1FE-B60440FEDD2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F1915DA5-F2F5-5302-74F2-E02ABD7A7C1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71475" y="1476375"/>
            <a:ext cx="11449050" cy="50133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582976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Clien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81AB8-7536-457F-8E61-8CFF5F41EFF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68301"/>
            <a:ext cx="7246938" cy="8509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18EB025A-C788-49B9-93C9-2EA52C40087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72469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19" name="Picture Placeholder 4">
            <a:extLst>
              <a:ext uri="{FF2B5EF4-FFF2-40B4-BE49-F238E27FC236}">
                <a16:creationId xmlns:a16="http://schemas.microsoft.com/office/drawing/2014/main" id="{751F51C9-5C26-4C95-9A97-1362B579C526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 bwMode="gray">
          <a:xfrm>
            <a:off x="8609091" y="316911"/>
            <a:ext cx="1346900" cy="549795"/>
          </a:xfrm>
          <a:noFill/>
        </p:spPr>
        <p:txBody>
          <a:bodyPr tIns="274320" bIns="0" anchor="ctr" anchorCtr="0"/>
          <a:lstStyle>
            <a:lvl1pPr algn="ctr">
              <a:defRPr sz="10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7794FA26-365F-4C30-8559-C666C1C9608E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D000D9-AEB8-A4A3-2377-71F7BB1C2D9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71475" y="1476375"/>
            <a:ext cx="11449050" cy="50133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497616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ubtitle 2">
            <a:extLst>
              <a:ext uri="{FF2B5EF4-FFF2-40B4-BE49-F238E27FC236}">
                <a16:creationId xmlns:a16="http://schemas.microsoft.com/office/drawing/2014/main" id="{E87E1A94-418B-49C6-89AB-16FE99E5CBE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83C64144-1E78-494B-9341-80D457EE37B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3978FF-31B9-E3DB-F896-1B1F5F39B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35F9D5-E3C7-99DF-2ED4-BC281473EF96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71475" y="1476375"/>
            <a:ext cx="5653088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FD26CD0-2637-3561-07FA-B0FF2B90C03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6172200" y="1476375"/>
            <a:ext cx="5653088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02643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No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54">
            <a:extLst>
              <a:ext uri="{FF2B5EF4-FFF2-40B4-BE49-F238E27FC236}">
                <a16:creationId xmlns:a16="http://schemas.microsoft.com/office/drawing/2014/main" id="{DB714B4B-BC83-4DE8-82C1-7C85BA5EE27A}"/>
              </a:ext>
            </a:extLst>
          </p:cNvPr>
          <p:cNvSpPr>
            <a:spLocks noGrp="1"/>
          </p:cNvSpPr>
          <p:nvPr>
            <p:ph sz="quarter" idx="21"/>
          </p:nvPr>
        </p:nvSpPr>
        <p:spPr bwMode="gray">
          <a:xfrm>
            <a:off x="393562" y="5341652"/>
            <a:ext cx="4183200" cy="3600"/>
          </a:xfrm>
          <a:solidFill>
            <a:schemeClr val="bg2"/>
          </a:solidFill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00">
                <a:noFill/>
              </a:defRPr>
            </a:lvl1pPr>
            <a:lvl2pPr marL="0" indent="0">
              <a:lnSpc>
                <a:spcPct val="100000"/>
              </a:lnSpc>
              <a:buNone/>
              <a:defRPr sz="100">
                <a:noFill/>
              </a:defRPr>
            </a:lvl2pPr>
            <a:lvl3pPr marL="0" indent="0">
              <a:lnSpc>
                <a:spcPct val="100000"/>
              </a:lnSpc>
              <a:buNone/>
              <a:defRPr sz="100">
                <a:noFill/>
              </a:defRPr>
            </a:lvl3pPr>
            <a:lvl4pPr marL="0" indent="0">
              <a:lnSpc>
                <a:spcPct val="100000"/>
              </a:lnSpc>
              <a:buNone/>
              <a:defRPr sz="100">
                <a:noFill/>
              </a:defRPr>
            </a:lvl4pPr>
            <a:lvl5pPr marL="0" indent="0">
              <a:lnSpc>
                <a:spcPct val="100000"/>
              </a:lnSpc>
              <a:buNone/>
              <a:defRPr sz="100">
                <a:noFill/>
              </a:defRPr>
            </a:lvl5pPr>
            <a:lvl6pPr marL="0" indent="0">
              <a:lnSpc>
                <a:spcPct val="100000"/>
              </a:lnSpc>
              <a:buNone/>
              <a:defRPr sz="100">
                <a:noFill/>
              </a:defRPr>
            </a:lvl6pPr>
            <a:lvl7pPr marL="0" indent="0">
              <a:lnSpc>
                <a:spcPct val="100000"/>
              </a:lnSpc>
              <a:buNone/>
              <a:defRPr sz="100">
                <a:noFill/>
              </a:defRPr>
            </a:lvl7pPr>
            <a:lvl8pPr marL="0" indent="0">
              <a:lnSpc>
                <a:spcPct val="100000"/>
              </a:lnSpc>
              <a:buNone/>
              <a:defRPr sz="100">
                <a:noFill/>
              </a:defRPr>
            </a:lvl8pPr>
            <a:lvl9pPr marL="0" indent="0">
              <a:lnSpc>
                <a:spcPct val="100000"/>
              </a:lnSpc>
              <a:buNone/>
              <a:defRPr sz="100">
                <a:noFill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4C37A5FF-045F-45FC-9D7A-21230F07CA3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371476" y="5387974"/>
            <a:ext cx="4205286" cy="1101725"/>
          </a:xfrm>
        </p:spPr>
        <p:txBody>
          <a:bodyPr lIns="14400"/>
          <a:lstStyle>
            <a:lvl1pPr marL="0" indent="0">
              <a:buFont typeface="Arial" panose="020B0604020202020204" pitchFamily="34" charset="0"/>
              <a:buNone/>
              <a:defRPr sz="1100">
                <a:solidFill>
                  <a:schemeClr val="tx2"/>
                </a:solidFill>
              </a:defRPr>
            </a:lvl1pPr>
            <a:lvl2pPr marL="0" indent="0">
              <a:buNone/>
              <a:defRPr sz="1100">
                <a:solidFill>
                  <a:schemeClr val="tx2"/>
                </a:solidFill>
              </a:defRPr>
            </a:lvl2pPr>
            <a:lvl3pPr marL="0" indent="0">
              <a:buNone/>
              <a:defRPr sz="1100">
                <a:solidFill>
                  <a:schemeClr val="tx2"/>
                </a:solidFill>
              </a:defRPr>
            </a:lvl3pPr>
            <a:lvl4pPr marL="0" indent="0">
              <a:buNone/>
              <a:defRPr sz="1100">
                <a:solidFill>
                  <a:schemeClr val="tx2"/>
                </a:solidFill>
              </a:defRPr>
            </a:lvl4pPr>
            <a:lvl5pPr marL="0" indent="0">
              <a:buNone/>
              <a:defRPr sz="1100">
                <a:solidFill>
                  <a:schemeClr val="tx2"/>
                </a:solidFill>
              </a:defRPr>
            </a:lvl5pPr>
            <a:lvl6pPr marL="0" indent="0">
              <a:buNone/>
              <a:defRPr sz="1100">
                <a:solidFill>
                  <a:schemeClr val="tx2"/>
                </a:solidFill>
              </a:defRPr>
            </a:lvl6pPr>
            <a:lvl7pPr marL="0" indent="0">
              <a:buNone/>
              <a:defRPr sz="1100">
                <a:solidFill>
                  <a:schemeClr val="tx2"/>
                </a:solidFill>
              </a:defRPr>
            </a:lvl7pPr>
            <a:lvl8pPr marL="0" indent="0">
              <a:buNone/>
              <a:defRPr sz="1100">
                <a:solidFill>
                  <a:schemeClr val="tx2"/>
                </a:solidFill>
              </a:defRPr>
            </a:lvl8pPr>
            <a:lvl9pPr marL="0" indent="0">
              <a:buNone/>
              <a:defRPr sz="11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929A9EE2-920C-4487-AFCB-D629FE179DD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D97537B-7893-4569-8225-C3F1A6E759D4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04750CD-7A7C-491D-8750-53BBF5058B7E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4C1572-63E3-0012-0559-912E3F003362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71475" y="1476375"/>
            <a:ext cx="11449050" cy="3724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527143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ubtitle 2">
            <a:extLst>
              <a:ext uri="{FF2B5EF4-FFF2-40B4-BE49-F238E27FC236}">
                <a16:creationId xmlns:a16="http://schemas.microsoft.com/office/drawing/2014/main" id="{A96E60AC-779B-450B-8BB9-0A2C84B2FA2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33089F-C125-4826-ACDD-F94A16EBA80C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0B9DA9BE-5637-4668-A0B1-0FF433C5C2C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040EC2F-6B75-080D-FC45-BAA7C0671F1A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71475" y="1476375"/>
            <a:ext cx="3735388" cy="50133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A32F9549-FB99-4D9E-E6FA-F32D1038A73E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224337" y="1476375"/>
            <a:ext cx="3735388" cy="50133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F06426CF-769F-F32A-41F9-9F9BB264251F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077200" y="1476375"/>
            <a:ext cx="3735388" cy="50133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512572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ubtitle 2">
            <a:extLst>
              <a:ext uri="{FF2B5EF4-FFF2-40B4-BE49-F238E27FC236}">
                <a16:creationId xmlns:a16="http://schemas.microsoft.com/office/drawing/2014/main" id="{A96E60AC-779B-450B-8BB9-0A2C84B2FA2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33089F-C125-4826-ACDD-F94A16EBA80C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CA82931B-E733-4A2E-97E9-EB6057C43FB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71476" y="1476375"/>
            <a:ext cx="2754000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0B9DA9BE-5637-4668-A0B1-0FF433C5C2C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F8AB7117-4367-C235-9A94-33D4DEC0598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 bwMode="gray">
          <a:xfrm>
            <a:off x="3276600" y="1476375"/>
            <a:ext cx="2754000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CD8EC79-5157-F8F9-5114-484A0850F3B0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 bwMode="gray">
          <a:xfrm>
            <a:off x="6172200" y="1476375"/>
            <a:ext cx="2754000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625327-9475-0E04-8F02-F5CC7E2E330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 bwMode="gray">
          <a:xfrm>
            <a:off x="9067800" y="1476375"/>
            <a:ext cx="2754000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55097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50EDF01E-EB3A-8348-95AC-502DFC7ACF63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181375" y="2436546"/>
            <a:ext cx="7189763" cy="1239838"/>
          </a:xfrm>
          <a:noFill/>
        </p:spPr>
        <p:txBody>
          <a:bodyPr lIns="396000" tIns="0" bIns="0" anchor="b" anchorCtr="0"/>
          <a:lstStyle>
            <a:lvl1pPr>
              <a:lnSpc>
                <a:spcPct val="100000"/>
              </a:lnSpc>
              <a:defRPr sz="360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F0374A32-F45C-D845-9785-B3F9A01BE70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371476" y="2436546"/>
            <a:ext cx="2755899" cy="1476642"/>
          </a:xfrm>
        </p:spPr>
        <p:txBody>
          <a:bodyPr lIns="0" rIns="360000" anchor="b" anchorCtr="0"/>
          <a:lstStyle>
            <a:lvl1pPr marL="0" indent="0" algn="r">
              <a:lnSpc>
                <a:spcPct val="100000"/>
              </a:lnSpc>
              <a:buFont typeface="Arial" panose="020B0604020202020204" pitchFamily="34" charset="0"/>
              <a:buNone/>
              <a:defRPr sz="11500" b="1">
                <a:solidFill>
                  <a:schemeClr val="bg2"/>
                </a:solidFill>
              </a:defRPr>
            </a:lvl1pPr>
            <a:lvl2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2pPr>
            <a:lvl3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3pPr>
            <a:lvl4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4pPr>
            <a:lvl5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5pPr>
            <a:lvl6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6pPr>
            <a:lvl7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7pPr>
            <a:lvl8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8pPr>
            <a:lvl9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9pPr>
          </a:lstStyle>
          <a:p>
            <a:pPr lvl="0"/>
            <a:r>
              <a:rPr lang="en-US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4736290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6670705D-8D80-544A-8A1D-E2F8657752A7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181375" y="2436546"/>
            <a:ext cx="7189763" cy="1239838"/>
          </a:xfrm>
          <a:noFill/>
        </p:spPr>
        <p:txBody>
          <a:bodyPr lIns="396000" tIns="0" bIns="0" anchor="b" anchorCtr="0"/>
          <a:lstStyle>
            <a:lvl1pPr>
              <a:lnSpc>
                <a:spcPct val="100000"/>
              </a:lnSpc>
              <a:defRPr sz="3600" b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B8D9618A-D1A0-E842-987B-3E159CC5C86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371476" y="2436546"/>
            <a:ext cx="2755899" cy="1476642"/>
          </a:xfrm>
        </p:spPr>
        <p:txBody>
          <a:bodyPr lIns="0" rIns="360000" anchor="b" anchorCtr="0"/>
          <a:lstStyle>
            <a:lvl1pPr marL="0" indent="0" algn="r">
              <a:lnSpc>
                <a:spcPct val="100000"/>
              </a:lnSpc>
              <a:buFont typeface="Arial" panose="020B0604020202020204" pitchFamily="34" charset="0"/>
              <a:buNone/>
              <a:defRPr sz="11500" b="0">
                <a:solidFill>
                  <a:schemeClr val="tx2"/>
                </a:solidFill>
              </a:defRPr>
            </a:lvl1pPr>
            <a:lvl2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2pPr>
            <a:lvl3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3pPr>
            <a:lvl4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4pPr>
            <a:lvl5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5pPr>
            <a:lvl6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6pPr>
            <a:lvl7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7pPr>
            <a:lvl8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8pPr>
            <a:lvl9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9pPr>
          </a:lstStyle>
          <a:p>
            <a:pPr lvl="0"/>
            <a:r>
              <a:rPr lang="en-US"/>
              <a:t>1.1</a:t>
            </a:r>
          </a:p>
        </p:txBody>
      </p:sp>
    </p:spTree>
    <p:extLst>
      <p:ext uri="{BB962C8B-B14F-4D97-AF65-F5344CB8AC3E}">
        <p14:creationId xmlns:p14="http://schemas.microsoft.com/office/powerpoint/2010/main" val="25247138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50EDF01E-EB3A-8348-95AC-502DFC7ACF63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181375" y="2436546"/>
            <a:ext cx="7189763" cy="1239838"/>
          </a:xfrm>
          <a:noFill/>
        </p:spPr>
        <p:txBody>
          <a:bodyPr lIns="396000" tIns="0" bIns="0" anchor="b" anchorCtr="0"/>
          <a:lstStyle>
            <a:lvl1pPr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F0374A32-F45C-D845-9785-B3F9A01BE70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371476" y="2436546"/>
            <a:ext cx="2755899" cy="1476642"/>
          </a:xfrm>
        </p:spPr>
        <p:txBody>
          <a:bodyPr lIns="0" rIns="360000" anchor="b" anchorCtr="0"/>
          <a:lstStyle>
            <a:lvl1pPr marL="0" indent="0" algn="r">
              <a:lnSpc>
                <a:spcPct val="100000"/>
              </a:lnSpc>
              <a:buFont typeface="Arial" panose="020B0604020202020204" pitchFamily="34" charset="0"/>
              <a:buNone/>
              <a:defRPr sz="11500" b="1">
                <a:solidFill>
                  <a:schemeClr val="bg1"/>
                </a:solidFill>
              </a:defRPr>
            </a:lvl1pPr>
            <a:lvl2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2pPr>
            <a:lvl3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3pPr>
            <a:lvl4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4pPr>
            <a:lvl5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5pPr>
            <a:lvl6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6pPr>
            <a:lvl7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7pPr>
            <a:lvl8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8pPr>
            <a:lvl9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9pPr>
          </a:lstStyle>
          <a:p>
            <a:pPr lvl="0"/>
            <a:r>
              <a:rPr lang="en-US"/>
              <a:t>1</a:t>
            </a:r>
          </a:p>
        </p:txBody>
      </p:sp>
      <p:pic>
        <p:nvPicPr>
          <p:cNvPr id="2" name="Grafik 10">
            <a:extLst>
              <a:ext uri="{FF2B5EF4-FFF2-40B4-BE49-F238E27FC236}">
                <a16:creationId xmlns:a16="http://schemas.microsoft.com/office/drawing/2014/main" id="{2B7AB13A-6869-32BF-5A71-FC35200A4AF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71138" y="368300"/>
            <a:ext cx="1449387" cy="453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289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6670705D-8D80-544A-8A1D-E2F8657752A7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181375" y="2436546"/>
            <a:ext cx="7189763" cy="1239838"/>
          </a:xfrm>
          <a:noFill/>
        </p:spPr>
        <p:txBody>
          <a:bodyPr lIns="396000" tIns="0" bIns="0" anchor="b" anchorCtr="0"/>
          <a:lstStyle>
            <a:lvl1pPr>
              <a:lnSpc>
                <a:spcPct val="100000"/>
              </a:lnSpc>
              <a:defRPr sz="36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B8D9618A-D1A0-E842-987B-3E159CC5C86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371476" y="2436546"/>
            <a:ext cx="2755899" cy="1476642"/>
          </a:xfrm>
        </p:spPr>
        <p:txBody>
          <a:bodyPr lIns="0" rIns="360000" anchor="b" anchorCtr="0"/>
          <a:lstStyle>
            <a:lvl1pPr marL="0" indent="0" algn="r">
              <a:lnSpc>
                <a:spcPct val="100000"/>
              </a:lnSpc>
              <a:buFont typeface="Arial" panose="020B0604020202020204" pitchFamily="34" charset="0"/>
              <a:buNone/>
              <a:defRPr sz="11500" b="0">
                <a:solidFill>
                  <a:schemeClr val="bg1"/>
                </a:solidFill>
              </a:defRPr>
            </a:lvl1pPr>
            <a:lvl2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2pPr>
            <a:lvl3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3pPr>
            <a:lvl4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4pPr>
            <a:lvl5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5pPr>
            <a:lvl6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6pPr>
            <a:lvl7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7pPr>
            <a:lvl8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8pPr>
            <a:lvl9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9pPr>
          </a:lstStyle>
          <a:p>
            <a:pPr lvl="0"/>
            <a:r>
              <a:rPr lang="en-US"/>
              <a:t>1.1</a:t>
            </a:r>
          </a:p>
        </p:txBody>
      </p:sp>
      <p:pic>
        <p:nvPicPr>
          <p:cNvPr id="2" name="Grafik 10">
            <a:extLst>
              <a:ext uri="{FF2B5EF4-FFF2-40B4-BE49-F238E27FC236}">
                <a16:creationId xmlns:a16="http://schemas.microsoft.com/office/drawing/2014/main" id="{A3549EE6-62BF-01EA-5D42-C352280C25F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71138" y="368300"/>
            <a:ext cx="1449387" cy="453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64570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0592383-C71F-45DE-B063-A1F3C5E1BA08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68301"/>
            <a:ext cx="8694738" cy="8509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5B74ABDC-7A9A-46C7-8F4E-21B86C1F340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39" name="Text Placeholder 4">
            <a:extLst>
              <a:ext uri="{FF2B5EF4-FFF2-40B4-BE49-F238E27FC236}">
                <a16:creationId xmlns:a16="http://schemas.microsoft.com/office/drawing/2014/main" id="{E8219565-5479-4A36-B720-60B3BCF4E20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4575176" y="1476375"/>
            <a:ext cx="7245349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1BD8F89-D739-42B8-B618-797E83062F8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371475" y="1478754"/>
            <a:ext cx="3654000" cy="5011200"/>
          </a:xfrm>
          <a:solidFill>
            <a:schemeClr val="accent2"/>
          </a:solidFill>
        </p:spPr>
        <p:txBody>
          <a:bodyPr bIns="720000" anchor="ctr" anchorCtr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0B910EC-B158-4FFC-89B8-60E4CBB6965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384024364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ubtitle 2">
            <a:extLst>
              <a:ext uri="{FF2B5EF4-FFF2-40B4-BE49-F238E27FC236}">
                <a16:creationId xmlns:a16="http://schemas.microsoft.com/office/drawing/2014/main" id="{DC3A6BDE-367B-4287-A857-1AB55F7AA5E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5795963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6C787099-4693-4F4B-BD19-3C0BB9B93A28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68301"/>
            <a:ext cx="5795963" cy="8509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BAAE519F-9B2C-4318-B368-121E537280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71476" y="1476375"/>
            <a:ext cx="5795962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665CCC34-65C8-45F4-A22A-247EAD4F6BA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5795962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5FBF1C65-1D7F-A70A-1714-4ADA09C75C59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 bwMode="gray">
          <a:xfrm>
            <a:off x="7472364" y="1985"/>
            <a:ext cx="4719636" cy="6856015"/>
          </a:xfrm>
          <a:solidFill>
            <a:schemeClr val="accent2"/>
          </a:solidFill>
        </p:spPr>
        <p:txBody>
          <a:bodyPr bIns="720000" anchor="ctr" anchorCtr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71990854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4">
            <a:extLst>
              <a:ext uri="{FF2B5EF4-FFF2-40B4-BE49-F238E27FC236}">
                <a16:creationId xmlns:a16="http://schemas.microsoft.com/office/drawing/2014/main" id="{9E8497F1-D6AD-9BA6-BD00-F606030314BF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 bwMode="gray">
          <a:xfrm>
            <a:off x="8923333" y="1985"/>
            <a:ext cx="3268666" cy="6856015"/>
          </a:xfrm>
          <a:solidFill>
            <a:schemeClr val="accent2"/>
          </a:solidFill>
        </p:spPr>
        <p:txBody>
          <a:bodyPr bIns="720000" anchor="ctr" anchorCtr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67A67D35-6F8F-43B6-A470-F7D46806074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72469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F65FFF5-23E2-40C5-98B4-DB0BBEBE0D16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68301"/>
            <a:ext cx="7246937" cy="8509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7AA1ECFB-748C-4CE5-8D34-9F2D5C6490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71475" y="1476375"/>
            <a:ext cx="7246937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37283C83-18BC-4D1F-991B-B5D186291E7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7239997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122382657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2 +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ubtitle 2">
            <a:extLst>
              <a:ext uri="{FF2B5EF4-FFF2-40B4-BE49-F238E27FC236}">
                <a16:creationId xmlns:a16="http://schemas.microsoft.com/office/drawing/2014/main" id="{7B17C010-D36B-4527-9856-58C466FDB06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551863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85A5780-E824-4C4A-B41B-0DAE3A122BD1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68301"/>
            <a:ext cx="8551863" cy="8509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B1A85450-38B6-4459-A07D-D08DFA76563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71476" y="1476375"/>
            <a:ext cx="4203700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CC92210B-1ABF-47E9-909A-E1130EE1175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8551863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9" name="Bildplatzhalter 2">
            <a:extLst>
              <a:ext uri="{FF2B5EF4-FFF2-40B4-BE49-F238E27FC236}">
                <a16:creationId xmlns:a16="http://schemas.microsoft.com/office/drawing/2014/main" id="{5610072F-C148-CB49-BAE6-D3CC7BD3591A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10005995" y="0"/>
            <a:ext cx="2186003" cy="6858000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916452C-5994-AE20-3CFF-8A627920E3F6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 bwMode="gray">
          <a:xfrm>
            <a:off x="4724400" y="1476375"/>
            <a:ext cx="4203700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73960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4 +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ubtitle 2">
            <a:extLst>
              <a:ext uri="{FF2B5EF4-FFF2-40B4-BE49-F238E27FC236}">
                <a16:creationId xmlns:a16="http://schemas.microsoft.com/office/drawing/2014/main" id="{A96E60AC-779B-450B-8BB9-0A2C84B2FA2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33089F-C125-4826-ACDD-F94A16EBA80C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CA82931B-E733-4A2E-97E9-EB6057C43FB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71476" y="3913188"/>
            <a:ext cx="2754000" cy="25765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0B9DA9BE-5637-4668-A0B1-0FF433C5C2C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081D1ED5-C8A9-2119-DF92-78CFA82B52FD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 bwMode="gray">
          <a:xfrm>
            <a:off x="371475" y="1478756"/>
            <a:ext cx="2755586" cy="2434432"/>
          </a:xfrm>
          <a:solidFill>
            <a:schemeClr val="accent2"/>
          </a:solidFill>
        </p:spPr>
        <p:txBody>
          <a:bodyPr bIns="720000" anchor="ctr" anchorCtr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21321B4A-CADA-17BB-E9AD-73671B928684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 bwMode="gray">
          <a:xfrm>
            <a:off x="3276600" y="3913188"/>
            <a:ext cx="2754000" cy="25765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338A01B-233F-92B3-F02B-6E237D6EFFEF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 bwMode="gray">
          <a:xfrm>
            <a:off x="6172200" y="3913188"/>
            <a:ext cx="2754000" cy="25765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589621-1028-D635-BCB4-4545FA0A233D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 bwMode="gray">
          <a:xfrm>
            <a:off x="9067800" y="3913188"/>
            <a:ext cx="2754000" cy="25765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0C16EA5F-0B3E-39E9-4946-52E02956E5D9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 bwMode="gray">
          <a:xfrm>
            <a:off x="3276600" y="1478756"/>
            <a:ext cx="2755586" cy="2434432"/>
          </a:xfrm>
          <a:solidFill>
            <a:schemeClr val="accent2"/>
          </a:solidFill>
        </p:spPr>
        <p:txBody>
          <a:bodyPr bIns="720000" anchor="ctr" anchorCtr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B22587CD-ED17-C3F5-E606-321684DB38C4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 bwMode="gray">
          <a:xfrm>
            <a:off x="6172200" y="1478756"/>
            <a:ext cx="2755586" cy="2434432"/>
          </a:xfrm>
          <a:solidFill>
            <a:schemeClr val="accent2"/>
          </a:solidFill>
        </p:spPr>
        <p:txBody>
          <a:bodyPr bIns="720000" anchor="ctr" anchorCtr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96610D54-69EB-CE81-73FF-106579502AF2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 bwMode="gray">
          <a:xfrm>
            <a:off x="9067800" y="1478756"/>
            <a:ext cx="2755586" cy="2434432"/>
          </a:xfrm>
          <a:solidFill>
            <a:schemeClr val="accent2"/>
          </a:solidFill>
        </p:spPr>
        <p:txBody>
          <a:bodyPr bIns="720000" anchor="ctr" anchorCtr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614619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quare Photo 2 + Tex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54">
            <a:extLst>
              <a:ext uri="{FF2B5EF4-FFF2-40B4-BE49-F238E27FC236}">
                <a16:creationId xmlns:a16="http://schemas.microsoft.com/office/drawing/2014/main" id="{C951B31B-2CFE-424C-AEE3-832EBC39D5F9}"/>
              </a:ext>
            </a:extLst>
          </p:cNvPr>
          <p:cNvSpPr>
            <a:spLocks noGrp="1"/>
          </p:cNvSpPr>
          <p:nvPr>
            <p:ph sz="quarter" idx="19"/>
          </p:nvPr>
        </p:nvSpPr>
        <p:spPr bwMode="gray">
          <a:xfrm>
            <a:off x="3140925" y="1478756"/>
            <a:ext cx="8679600" cy="3600"/>
          </a:xfrm>
          <a:solidFill>
            <a:schemeClr val="accent5"/>
          </a:solidFill>
        </p:spPr>
        <p:txBody>
          <a:bodyPr lIns="720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00">
                <a:noFill/>
              </a:defRPr>
            </a:lvl1pPr>
            <a:lvl2pPr marL="0" indent="0">
              <a:lnSpc>
                <a:spcPct val="100000"/>
              </a:lnSpc>
              <a:buNone/>
              <a:defRPr sz="100">
                <a:noFill/>
              </a:defRPr>
            </a:lvl2pPr>
            <a:lvl3pPr marL="0" indent="0">
              <a:lnSpc>
                <a:spcPct val="100000"/>
              </a:lnSpc>
              <a:buNone/>
              <a:defRPr sz="100">
                <a:noFill/>
              </a:defRPr>
            </a:lvl3pPr>
            <a:lvl4pPr marL="0" indent="0">
              <a:lnSpc>
                <a:spcPct val="100000"/>
              </a:lnSpc>
              <a:buNone/>
              <a:defRPr sz="100">
                <a:noFill/>
              </a:defRPr>
            </a:lvl4pPr>
            <a:lvl5pPr marL="0" indent="0">
              <a:lnSpc>
                <a:spcPct val="100000"/>
              </a:lnSpc>
              <a:buNone/>
              <a:defRPr sz="100">
                <a:noFill/>
              </a:defRPr>
            </a:lvl5pPr>
            <a:lvl6pPr marL="0" indent="0">
              <a:lnSpc>
                <a:spcPct val="100000"/>
              </a:lnSpc>
              <a:buNone/>
              <a:defRPr sz="100">
                <a:noFill/>
              </a:defRPr>
            </a:lvl6pPr>
            <a:lvl7pPr marL="0" indent="0">
              <a:lnSpc>
                <a:spcPct val="100000"/>
              </a:lnSpc>
              <a:buNone/>
              <a:defRPr sz="100">
                <a:noFill/>
              </a:defRPr>
            </a:lvl7pPr>
            <a:lvl8pPr marL="0" indent="0">
              <a:lnSpc>
                <a:spcPct val="100000"/>
              </a:lnSpc>
              <a:buNone/>
              <a:defRPr sz="100">
                <a:noFill/>
              </a:defRPr>
            </a:lvl8pPr>
            <a:lvl9pPr marL="0" indent="0">
              <a:lnSpc>
                <a:spcPct val="100000"/>
              </a:lnSpc>
              <a:buNone/>
              <a:defRPr sz="100">
                <a:noFill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Content Placeholder 54">
            <a:extLst>
              <a:ext uri="{FF2B5EF4-FFF2-40B4-BE49-F238E27FC236}">
                <a16:creationId xmlns:a16="http://schemas.microsoft.com/office/drawing/2014/main" id="{0216B12A-95F5-4081-8E6C-0832592F90E9}"/>
              </a:ext>
            </a:extLst>
          </p:cNvPr>
          <p:cNvSpPr>
            <a:spLocks noGrp="1"/>
          </p:cNvSpPr>
          <p:nvPr>
            <p:ph sz="quarter" idx="20"/>
          </p:nvPr>
        </p:nvSpPr>
        <p:spPr bwMode="gray">
          <a:xfrm>
            <a:off x="3140925" y="4055659"/>
            <a:ext cx="8679600" cy="3600"/>
          </a:xfrm>
          <a:solidFill>
            <a:schemeClr val="accent5"/>
          </a:solidFill>
        </p:spPr>
        <p:txBody>
          <a:bodyPr lIns="720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00">
                <a:noFill/>
              </a:defRPr>
            </a:lvl1pPr>
            <a:lvl2pPr marL="0" indent="0">
              <a:lnSpc>
                <a:spcPct val="100000"/>
              </a:lnSpc>
              <a:buNone/>
              <a:defRPr sz="100">
                <a:noFill/>
              </a:defRPr>
            </a:lvl2pPr>
            <a:lvl3pPr marL="0" indent="0">
              <a:lnSpc>
                <a:spcPct val="100000"/>
              </a:lnSpc>
              <a:buNone/>
              <a:defRPr sz="100">
                <a:noFill/>
              </a:defRPr>
            </a:lvl3pPr>
            <a:lvl4pPr marL="0" indent="0">
              <a:lnSpc>
                <a:spcPct val="100000"/>
              </a:lnSpc>
              <a:buNone/>
              <a:defRPr sz="100">
                <a:noFill/>
              </a:defRPr>
            </a:lvl4pPr>
            <a:lvl5pPr marL="0" indent="0">
              <a:lnSpc>
                <a:spcPct val="100000"/>
              </a:lnSpc>
              <a:buNone/>
              <a:defRPr sz="100">
                <a:noFill/>
              </a:defRPr>
            </a:lvl5pPr>
            <a:lvl6pPr marL="0" indent="0">
              <a:lnSpc>
                <a:spcPct val="100000"/>
              </a:lnSpc>
              <a:buNone/>
              <a:defRPr sz="100">
                <a:noFill/>
              </a:defRPr>
            </a:lvl6pPr>
            <a:lvl7pPr marL="0" indent="0">
              <a:lnSpc>
                <a:spcPct val="100000"/>
              </a:lnSpc>
              <a:buNone/>
              <a:defRPr sz="100">
                <a:noFill/>
              </a:defRPr>
            </a:lvl7pPr>
            <a:lvl8pPr marL="0" indent="0">
              <a:lnSpc>
                <a:spcPct val="100000"/>
              </a:lnSpc>
              <a:buNone/>
              <a:defRPr sz="100">
                <a:noFill/>
              </a:defRPr>
            </a:lvl8pPr>
            <a:lvl9pPr marL="0" indent="0">
              <a:lnSpc>
                <a:spcPct val="100000"/>
              </a:lnSpc>
              <a:buNone/>
              <a:defRPr sz="100">
                <a:noFill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03934F45-648F-4CC5-990F-3CC2DAD6B73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127375" y="1478756"/>
            <a:ext cx="8693150" cy="1926000"/>
          </a:xfrm>
        </p:spPr>
        <p:txBody>
          <a:bodyPr tIns="126000" r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B627F8C9-F1F8-4271-8D00-4ABB7BFBA60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54C4EA-5A96-4BD4-9A4A-14C3D6A871F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68301"/>
            <a:ext cx="8694738" cy="8509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6DBC4FC4-6823-4F40-9047-43182EE86455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 bwMode="gray">
          <a:xfrm>
            <a:off x="371475" y="1478756"/>
            <a:ext cx="2199600" cy="1926000"/>
          </a:xfrm>
          <a:solidFill>
            <a:schemeClr val="accent2"/>
          </a:solidFill>
        </p:spPr>
        <p:txBody>
          <a:bodyPr bIns="720000" anchor="ctr" anchorCtr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84399890-EF54-461A-A188-0C8AFF13CE4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31B5B7C9-F23C-FAA9-3BB7-4C7D18EA67E5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 bwMode="gray">
          <a:xfrm>
            <a:off x="371475" y="4056063"/>
            <a:ext cx="2199600" cy="1926000"/>
          </a:xfrm>
          <a:solidFill>
            <a:schemeClr val="accent2"/>
          </a:solidFill>
        </p:spPr>
        <p:txBody>
          <a:bodyPr bIns="720000" anchor="ctr" anchorCtr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F21EC691-F0A6-391E-E87D-8D624A39FD8D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 bwMode="gray">
          <a:xfrm>
            <a:off x="3127375" y="4038600"/>
            <a:ext cx="8693150" cy="1926000"/>
          </a:xfrm>
        </p:spPr>
        <p:txBody>
          <a:bodyPr tIns="126000" r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1024109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ndscape Photo 2 + Tex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03934F45-648F-4CC5-990F-3CC2DAD6B73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4719637" y="1478756"/>
            <a:ext cx="7100887" cy="2433598"/>
          </a:xfrm>
        </p:spPr>
        <p:txBody>
          <a:bodyPr tIns="0" r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B627F8C9-F1F8-4271-8D00-4ABB7BFBA60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54C4EA-5A96-4BD4-9A4A-14C3D6A871F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68301"/>
            <a:ext cx="8694738" cy="8509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84399890-EF54-461A-A188-0C8AFF13CE4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53C2556-BB5C-4AEA-BA02-E04029B82194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 bwMode="gray">
          <a:xfrm>
            <a:off x="371475" y="1479297"/>
            <a:ext cx="4204800" cy="2437200"/>
          </a:xfrm>
          <a:solidFill>
            <a:schemeClr val="accent2"/>
          </a:solidFill>
        </p:spPr>
        <p:txBody>
          <a:bodyPr bIns="720000" anchor="ctr" anchorCtr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CE5DF1F2-2F2F-1A6A-6856-2AF0B3C996B7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 bwMode="gray">
          <a:xfrm>
            <a:off x="371475" y="4053270"/>
            <a:ext cx="4204800" cy="2437200"/>
          </a:xfrm>
          <a:solidFill>
            <a:schemeClr val="accent2"/>
          </a:solidFill>
        </p:spPr>
        <p:txBody>
          <a:bodyPr bIns="720000" anchor="ctr" anchorCtr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5F046F-AD58-DCBD-4DC8-6EE3980E8748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 bwMode="gray">
          <a:xfrm>
            <a:off x="4719637" y="4056102"/>
            <a:ext cx="7100887" cy="2433598"/>
          </a:xfrm>
        </p:spPr>
        <p:txBody>
          <a:bodyPr tIns="0" r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91427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quare Photo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ubtitle 2">
            <a:extLst>
              <a:ext uri="{FF2B5EF4-FFF2-40B4-BE49-F238E27FC236}">
                <a16:creationId xmlns:a16="http://schemas.microsoft.com/office/drawing/2014/main" id="{4E47D4B2-6C1E-4EEB-8E3B-099AA348A44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6C3C3A9-754F-4433-8190-50609E3E867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6167439" y="1476375"/>
            <a:ext cx="5653086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E13DECA-3454-423B-A02C-1801FCED124E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0A8B407-D7E7-4CF4-A8FB-5A71D782F59A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371475" y="1478755"/>
            <a:ext cx="5248800" cy="5011200"/>
          </a:xfrm>
          <a:solidFill>
            <a:schemeClr val="accent2"/>
          </a:solidFill>
        </p:spPr>
        <p:txBody>
          <a:bodyPr bIns="720000" anchor="ctr" anchorCtr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D6F07FBA-B343-4744-929B-31C26DD6938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237112137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1810996B-FE47-08A5-083C-7152CA46F2CF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378416" y="1478754"/>
            <a:ext cx="11442110" cy="5010945"/>
          </a:xfrm>
          <a:solidFill>
            <a:srgbClr val="90E0EF"/>
          </a:solidFill>
        </p:spPr>
        <p:txBody>
          <a:bodyPr lIns="0" tIns="1692000" anchor="t"/>
          <a:lstStyle>
            <a:lvl1pPr algn="ctr">
              <a:defRPr sz="1400"/>
            </a:lvl1pPr>
          </a:lstStyle>
          <a:p>
            <a:pPr lvl="0"/>
            <a:r>
              <a:rPr lang="en-US"/>
              <a:t>Click the icon to add your preferred content type, or drag and drop a file into this area.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0E345BA-AF76-40AC-A5BD-CB61D60EB445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68301"/>
            <a:ext cx="8694738" cy="8509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1F5D1676-C226-43D2-BADB-9E3FC429594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E7A70577-BF8C-4332-9CD9-FA84D5644B9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169976740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F28FE64-147C-4E9C-B1B4-00E9468B67FF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68301"/>
            <a:ext cx="8694738" cy="8509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42E03278-0C99-4C2D-AE7D-762BAEDCEE6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FE72596B-5526-4263-ABB6-DA6F770B12C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9D662EEF-E53D-3371-4E93-BAD5D89418D2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378416" y="1478754"/>
            <a:ext cx="5646147" cy="5010945"/>
          </a:xfrm>
          <a:solidFill>
            <a:srgbClr val="90E0EF"/>
          </a:solidFill>
        </p:spPr>
        <p:txBody>
          <a:bodyPr lIns="0" tIns="1692000" anchor="t"/>
          <a:lstStyle>
            <a:lvl1pPr algn="ctr">
              <a:defRPr sz="1200"/>
            </a:lvl1pPr>
          </a:lstStyle>
          <a:p>
            <a:pPr lvl="0"/>
            <a:r>
              <a:rPr lang="en-US"/>
              <a:t>Click the icon to add your preferred content type, or drag and drop a file into this area.</a:t>
            </a:r>
          </a:p>
        </p:txBody>
      </p:sp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2102C126-C21B-BEA9-40FB-3A8E3975EFDD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6172200" y="1478754"/>
            <a:ext cx="5646147" cy="5010945"/>
          </a:xfrm>
          <a:solidFill>
            <a:srgbClr val="90E0EF"/>
          </a:solidFill>
        </p:spPr>
        <p:txBody>
          <a:bodyPr lIns="0" tIns="1692000" anchor="t"/>
          <a:lstStyle>
            <a:lvl1pPr algn="ctr">
              <a:defRPr sz="1200"/>
            </a:lvl1pPr>
          </a:lstStyle>
          <a:p>
            <a:pPr lvl="0"/>
            <a:r>
              <a:rPr lang="en-US"/>
              <a:t>Click the icon to add your preferred content type, or drag and drop a file into this area.</a:t>
            </a:r>
          </a:p>
        </p:txBody>
      </p:sp>
    </p:spTree>
    <p:extLst>
      <p:ext uri="{BB962C8B-B14F-4D97-AF65-F5344CB8AC3E}">
        <p14:creationId xmlns:p14="http://schemas.microsoft.com/office/powerpoint/2010/main" val="234925781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111BEA14-E958-C7A6-BC21-C4CAA80DF195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0" y="0"/>
            <a:ext cx="12192000" cy="6858000"/>
          </a:xfrm>
          <a:solidFill>
            <a:srgbClr val="90E0EF"/>
          </a:solidFill>
        </p:spPr>
        <p:txBody>
          <a:bodyPr lIns="0" tIns="1692000" anchor="t"/>
          <a:lstStyle>
            <a:lvl1pPr algn="ctr">
              <a:defRPr sz="1400"/>
            </a:lvl1pPr>
          </a:lstStyle>
          <a:p>
            <a:pPr lvl="0"/>
            <a:r>
              <a:rPr lang="en-US"/>
              <a:t>Click the icon to add your preferred content type, or drag and drop a file into this area.</a:t>
            </a:r>
          </a:p>
        </p:txBody>
      </p:sp>
    </p:spTree>
    <p:extLst>
      <p:ext uri="{BB962C8B-B14F-4D97-AF65-F5344CB8AC3E}">
        <p14:creationId xmlns:p14="http://schemas.microsoft.com/office/powerpoint/2010/main" val="310410933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1125393F-9AA5-744A-7522-F2EA8AE7AA9F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0" y="0"/>
            <a:ext cx="6096000" cy="6858000"/>
          </a:xfrm>
          <a:solidFill>
            <a:srgbClr val="90E0EF"/>
          </a:solidFill>
        </p:spPr>
        <p:txBody>
          <a:bodyPr lIns="0" tIns="1692000" anchor="t"/>
          <a:lstStyle>
            <a:lvl1pPr algn="ctr">
              <a:defRPr sz="1400"/>
            </a:lvl1pPr>
          </a:lstStyle>
          <a:p>
            <a:pPr lvl="0"/>
            <a:r>
              <a:rPr lang="en-US"/>
              <a:t>Click the icon to add your preferred content type, or drag and drop a file into this area.</a:t>
            </a:r>
          </a:p>
        </p:txBody>
      </p:sp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9D543BC7-68A4-EA13-E990-DC687822306B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6096000" y="0"/>
            <a:ext cx="6096000" cy="6858000"/>
          </a:xfrm>
          <a:solidFill>
            <a:srgbClr val="90E0EF"/>
          </a:solidFill>
        </p:spPr>
        <p:txBody>
          <a:bodyPr lIns="0" tIns="1692000" anchor="t"/>
          <a:lstStyle>
            <a:lvl1pPr algn="ctr">
              <a:defRPr sz="1400"/>
            </a:lvl1pPr>
          </a:lstStyle>
          <a:p>
            <a:pPr lvl="0"/>
            <a:r>
              <a:rPr lang="en-US"/>
              <a:t>Click the icon to add your preferred content type, or drag and drop a file into this area.</a:t>
            </a:r>
          </a:p>
        </p:txBody>
      </p:sp>
    </p:spTree>
    <p:extLst>
      <p:ext uri="{BB962C8B-B14F-4D97-AF65-F5344CB8AC3E}">
        <p14:creationId xmlns:p14="http://schemas.microsoft.com/office/powerpoint/2010/main" val="248499339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hoto 4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233E2CE5-FB9C-8992-0F99-35FF24061F45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-2" y="-1"/>
            <a:ext cx="6096001" cy="3428991"/>
          </a:xfrm>
          <a:solidFill>
            <a:srgbClr val="90E0EF"/>
          </a:solidFill>
        </p:spPr>
        <p:txBody>
          <a:bodyPr lIns="0" tIns="756000" anchor="t"/>
          <a:lstStyle>
            <a:lvl1pPr algn="ctr">
              <a:defRPr sz="1400"/>
            </a:lvl1pPr>
          </a:lstStyle>
          <a:p>
            <a:pPr lvl="0"/>
            <a:r>
              <a:rPr lang="en-US"/>
              <a:t>Click the icon to add your preferred content type, or drag and drop a file into this area.</a:t>
            </a:r>
          </a:p>
        </p:txBody>
      </p:sp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CDCD73B9-6E69-E6DE-3C03-C0039E1FE49F}"/>
              </a:ext>
            </a:extLst>
          </p:cNvPr>
          <p:cNvSpPr>
            <a:spLocks noGrp="1"/>
          </p:cNvSpPr>
          <p:nvPr>
            <p:ph sz="quarter" idx="37" hasCustomPrompt="1"/>
          </p:nvPr>
        </p:nvSpPr>
        <p:spPr>
          <a:xfrm>
            <a:off x="6096000" y="-1"/>
            <a:ext cx="6096001" cy="3428991"/>
          </a:xfrm>
          <a:solidFill>
            <a:srgbClr val="90E0EF"/>
          </a:solidFill>
        </p:spPr>
        <p:txBody>
          <a:bodyPr lIns="0" tIns="756000" anchor="t"/>
          <a:lstStyle>
            <a:lvl1pPr algn="ctr">
              <a:defRPr sz="1400"/>
            </a:lvl1pPr>
          </a:lstStyle>
          <a:p>
            <a:pPr lvl="0"/>
            <a:r>
              <a:rPr lang="en-US"/>
              <a:t>Click the icon to add your preferred content type, or drag and drop a file into this area.</a:t>
            </a:r>
          </a:p>
        </p:txBody>
      </p:sp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BBF13B52-C897-9C57-8A78-AA532B9C4C10}"/>
              </a:ext>
            </a:extLst>
          </p:cNvPr>
          <p:cNvSpPr>
            <a:spLocks noGrp="1"/>
          </p:cNvSpPr>
          <p:nvPr>
            <p:ph sz="quarter" idx="38" hasCustomPrompt="1"/>
          </p:nvPr>
        </p:nvSpPr>
        <p:spPr>
          <a:xfrm>
            <a:off x="-1" y="3429000"/>
            <a:ext cx="6096001" cy="3428991"/>
          </a:xfrm>
          <a:solidFill>
            <a:srgbClr val="90E0EF"/>
          </a:solidFill>
        </p:spPr>
        <p:txBody>
          <a:bodyPr lIns="0" tIns="756000" anchor="t"/>
          <a:lstStyle>
            <a:lvl1pPr algn="ctr">
              <a:defRPr sz="1400"/>
            </a:lvl1pPr>
          </a:lstStyle>
          <a:p>
            <a:pPr lvl="0"/>
            <a:r>
              <a:rPr lang="en-US"/>
              <a:t>Click the icon to add your preferred content type, or drag and drop a file into this area.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9604CE1-B46B-AB28-390D-C7AC29C365B0}"/>
              </a:ext>
            </a:extLst>
          </p:cNvPr>
          <p:cNvSpPr>
            <a:spLocks noGrp="1"/>
          </p:cNvSpPr>
          <p:nvPr>
            <p:ph sz="quarter" idx="39" hasCustomPrompt="1"/>
          </p:nvPr>
        </p:nvSpPr>
        <p:spPr>
          <a:xfrm>
            <a:off x="6096000" y="3429000"/>
            <a:ext cx="6096001" cy="3428991"/>
          </a:xfrm>
          <a:solidFill>
            <a:srgbClr val="90E0EF"/>
          </a:solidFill>
        </p:spPr>
        <p:txBody>
          <a:bodyPr lIns="0" tIns="756000" anchor="t"/>
          <a:lstStyle>
            <a:lvl1pPr algn="ctr">
              <a:defRPr sz="1400"/>
            </a:lvl1pPr>
          </a:lstStyle>
          <a:p>
            <a:pPr lvl="0"/>
            <a:r>
              <a:rPr lang="en-US"/>
              <a:t>Click the icon to add your preferred content type, or drag and drop a file into this area.</a:t>
            </a:r>
          </a:p>
        </p:txBody>
      </p:sp>
    </p:spTree>
    <p:extLst>
      <p:ext uri="{BB962C8B-B14F-4D97-AF65-F5344CB8AC3E}">
        <p14:creationId xmlns:p14="http://schemas.microsoft.com/office/powerpoint/2010/main" val="43203328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0F3977AE-3DDA-42FE-AB16-BB1D9856214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6024563" y="1476375"/>
            <a:ext cx="5795962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C495FC7-4FB5-46CF-A89D-503804C6FE4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024564" y="148255"/>
            <a:ext cx="3041650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4E8CD984-E9B9-4259-A41D-D9981041B35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6024563" y="6571544"/>
            <a:ext cx="4354651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7" name="Rechteck 12">
            <a:extLst>
              <a:ext uri="{FF2B5EF4-FFF2-40B4-BE49-F238E27FC236}">
                <a16:creationId xmlns:a16="http://schemas.microsoft.com/office/drawing/2014/main" id="{ED119810-B079-DC44-BF4D-E2801605512E}"/>
              </a:ext>
            </a:extLst>
          </p:cNvPr>
          <p:cNvSpPr/>
          <p:nvPr userDrawn="1"/>
        </p:nvSpPr>
        <p:spPr bwMode="gray">
          <a:xfrm>
            <a:off x="0" y="-135"/>
            <a:ext cx="5627163" cy="6858069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08000" rIns="144000" bIns="108000" rtlCol="0" anchor="t" anchorCtr="0"/>
          <a:lstStyle/>
          <a:p>
            <a:pPr algn="l">
              <a:lnSpc>
                <a:spcPct val="120000"/>
              </a:lnSpc>
            </a:pPr>
            <a:endParaRPr lang="de-DE" sz="1600"/>
          </a:p>
        </p:txBody>
      </p:sp>
      <p:sp>
        <p:nvSpPr>
          <p:cNvPr id="8" name="TextBox 3">
            <a:extLst>
              <a:ext uri="{FF2B5EF4-FFF2-40B4-BE49-F238E27FC236}">
                <a16:creationId xmlns:a16="http://schemas.microsoft.com/office/drawing/2014/main" id="{18CDF378-8831-BF47-9D3F-37E4EE808A1D}"/>
              </a:ext>
            </a:extLst>
          </p:cNvPr>
          <p:cNvSpPr txBox="1"/>
          <p:nvPr userDrawn="1"/>
        </p:nvSpPr>
        <p:spPr bwMode="gray">
          <a:xfrm>
            <a:off x="1" y="1"/>
            <a:ext cx="364586" cy="6858000"/>
          </a:xfrm>
          <a:prstGeom prst="rect">
            <a:avLst/>
          </a:prstGeom>
          <a:solidFill>
            <a:srgbClr val="00B4D8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800">
              <a:solidFill>
                <a:schemeClr val="bg1"/>
              </a:solidFill>
            </a:endParaRP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20719D61-6AC0-9046-76EB-D19B0EE808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476250"/>
            <a:ext cx="5114925" cy="6013450"/>
          </a:xfrm>
        </p:spPr>
        <p:txBody>
          <a:bodyPr lIns="365760" tIns="365760" rIns="365760" bIns="0" anchor="ctr" anchorCtr="0"/>
          <a:lstStyle>
            <a:lvl1pPr>
              <a:defRPr sz="3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47852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Takeaway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11">
            <a:extLst>
              <a:ext uri="{FF2B5EF4-FFF2-40B4-BE49-F238E27FC236}">
                <a16:creationId xmlns:a16="http://schemas.microsoft.com/office/drawing/2014/main" id="{FAC8094A-9F20-1A4F-B8D5-255E77C2D20B}"/>
              </a:ext>
            </a:extLst>
          </p:cNvPr>
          <p:cNvSpPr/>
          <p:nvPr userDrawn="1"/>
        </p:nvSpPr>
        <p:spPr bwMode="gray">
          <a:xfrm>
            <a:off x="0" y="0"/>
            <a:ext cx="12191999" cy="68580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08000" rIns="144000" bIns="108000" rtlCol="0" anchor="t" anchorCtr="0"/>
          <a:lstStyle/>
          <a:p>
            <a:pPr algn="l">
              <a:lnSpc>
                <a:spcPct val="120000"/>
              </a:lnSpc>
            </a:pPr>
            <a:endParaRPr lang="de-DE" sz="1600" err="1"/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812C7455-71FA-3A4A-8F1D-E1AC916D17B0}"/>
              </a:ext>
            </a:extLst>
          </p:cNvPr>
          <p:cNvSpPr txBox="1"/>
          <p:nvPr userDrawn="1"/>
        </p:nvSpPr>
        <p:spPr bwMode="gray">
          <a:xfrm>
            <a:off x="10525688" y="6561138"/>
            <a:ext cx="1299600" cy="1809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>
                <a:solidFill>
                  <a:schemeClr val="bg1"/>
                </a:solidFill>
              </a:rPr>
              <a:t>Page </a:t>
            </a:r>
            <a:fld id="{9EC15338-5DF2-451F-A6A1-678DEBB51CD9}" type="slidenum">
              <a:rPr lang="en-US" sz="800" smtClean="0">
                <a:solidFill>
                  <a:schemeClr val="bg1"/>
                </a:solidFill>
              </a:rPr>
              <a:pPr algn="r"/>
              <a:t>‹#›</a:t>
            </a:fld>
            <a:endParaRPr lang="en-US" sz="800">
              <a:solidFill>
                <a:schemeClr val="bg1"/>
              </a:solidFill>
            </a:endParaRPr>
          </a:p>
        </p:txBody>
      </p:sp>
      <p:pic>
        <p:nvPicPr>
          <p:cNvPr id="7" name="Grafik 10">
            <a:extLst>
              <a:ext uri="{FF2B5EF4-FFF2-40B4-BE49-F238E27FC236}">
                <a16:creationId xmlns:a16="http://schemas.microsoft.com/office/drawing/2014/main" id="{44D3E33A-67F2-8F44-AA5E-1590751F5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71138" y="368300"/>
            <a:ext cx="1449387" cy="453326"/>
          </a:xfrm>
          <a:prstGeom prst="rect">
            <a:avLst/>
          </a:prstGeom>
        </p:spPr>
      </p:pic>
      <p:sp>
        <p:nvSpPr>
          <p:cNvPr id="18" name="Subtitle 2">
            <a:extLst>
              <a:ext uri="{FF2B5EF4-FFF2-40B4-BE49-F238E27FC236}">
                <a16:creationId xmlns:a16="http://schemas.microsoft.com/office/drawing/2014/main" id="{AAF5AC92-F551-4736-A072-A6568ACD347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bg1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5B1006C9-7D93-435E-A206-7C097605EF0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bg1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8" name="Title 2">
            <a:extLst>
              <a:ext uri="{FF2B5EF4-FFF2-40B4-BE49-F238E27FC236}">
                <a16:creationId xmlns:a16="http://schemas.microsoft.com/office/drawing/2014/main" id="{6F3FEE1D-232D-F840-8E11-C011F5BF9A9F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1821138" y="1773238"/>
            <a:ext cx="8550000" cy="3240087"/>
          </a:xfrm>
          <a:noFill/>
        </p:spPr>
        <p:txBody>
          <a:bodyPr lIns="0" tIns="25200" rIns="0" bIns="356400" anchor="ctr" anchorCtr="0"/>
          <a:lstStyle>
            <a:lvl1pPr algn="l">
              <a:lnSpc>
                <a:spcPct val="100000"/>
              </a:lnSpc>
              <a:defRPr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121262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Takeaway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2">
            <a:extLst>
              <a:ext uri="{FF2B5EF4-FFF2-40B4-BE49-F238E27FC236}">
                <a16:creationId xmlns:a16="http://schemas.microsoft.com/office/drawing/2014/main" id="{7F85CA36-38E8-3048-88AE-3B8828437ED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551863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7B242-132A-754E-B10E-9C4FFC6C597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8551863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2D6F594A-88EF-9E4F-B208-2F48D6A997C1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1821138" y="1773238"/>
            <a:ext cx="8550000" cy="3240087"/>
          </a:xfrm>
          <a:noFill/>
        </p:spPr>
        <p:txBody>
          <a:bodyPr lIns="0" tIns="25200" rIns="0" bIns="356400" anchor="ctr" anchorCtr="0"/>
          <a:lstStyle>
            <a:lvl1pPr algn="l">
              <a:lnSpc>
                <a:spcPct val="100000"/>
              </a:lnSpc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14067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11">
            <a:extLst>
              <a:ext uri="{FF2B5EF4-FFF2-40B4-BE49-F238E27FC236}">
                <a16:creationId xmlns:a16="http://schemas.microsoft.com/office/drawing/2014/main" id="{B5238728-A22B-1B4D-AF0E-DBC9236E9DE4}"/>
              </a:ext>
            </a:extLst>
          </p:cNvPr>
          <p:cNvSpPr/>
          <p:nvPr userDrawn="1"/>
        </p:nvSpPr>
        <p:spPr bwMode="gray">
          <a:xfrm>
            <a:off x="0" y="0"/>
            <a:ext cx="12191999" cy="6858000"/>
          </a:xfrm>
          <a:prstGeom prst="rect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08000" rIns="144000" bIns="108000" rtlCol="0" anchor="t" anchorCtr="0"/>
          <a:lstStyle/>
          <a:p>
            <a:pPr algn="l">
              <a:lnSpc>
                <a:spcPct val="120000"/>
              </a:lnSpc>
            </a:pPr>
            <a:endParaRPr lang="de-DE" sz="1600" err="1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F85CA36-38E8-3048-88AE-3B8828437ED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551863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bg1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7B242-132A-754E-B10E-9C4FFC6C597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8551863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bg1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2D6F594A-88EF-9E4F-B208-2F48D6A997C1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1821138" y="1773238"/>
            <a:ext cx="8550000" cy="3240087"/>
          </a:xfrm>
          <a:noFill/>
        </p:spPr>
        <p:txBody>
          <a:bodyPr lIns="0" tIns="25200" rIns="0" bIns="356400" anchor="ctr" anchorCtr="0"/>
          <a:lstStyle>
            <a:lvl1pPr algn="l">
              <a:lnSpc>
                <a:spcPct val="100000"/>
              </a:lnSpc>
              <a:defRPr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6F4358-2141-0E44-8D36-C028103F707A}"/>
              </a:ext>
            </a:extLst>
          </p:cNvPr>
          <p:cNvSpPr txBox="1"/>
          <p:nvPr userDrawn="1"/>
        </p:nvSpPr>
        <p:spPr bwMode="gray">
          <a:xfrm>
            <a:off x="10525688" y="6571544"/>
            <a:ext cx="1299600" cy="1836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>
                <a:solidFill>
                  <a:schemeClr val="bg1"/>
                </a:solidFill>
              </a:rPr>
              <a:t>Page </a:t>
            </a:r>
            <a:fld id="{9EC15338-5DF2-451F-A6A1-678DEBB51CD9}" type="slidenum">
              <a:rPr lang="en-US" sz="800" smtClean="0">
                <a:solidFill>
                  <a:schemeClr val="bg1"/>
                </a:solidFill>
              </a:rPr>
              <a:pPr algn="r"/>
              <a:t>‹#›</a:t>
            </a:fld>
            <a:endParaRPr lang="en-US" sz="8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738915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ubtitle 2">
            <a:extLst>
              <a:ext uri="{FF2B5EF4-FFF2-40B4-BE49-F238E27FC236}">
                <a16:creationId xmlns:a16="http://schemas.microsoft.com/office/drawing/2014/main" id="{DCA408EC-1CB2-469B-81A7-9459386E696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8AF16A-0BDB-49AC-94BA-1B4068A8A6AF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E6A93BE6-A445-4380-9DC8-AC9A4C51D6B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331542479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2849700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6">
            <a:extLst>
              <a:ext uri="{FF2B5EF4-FFF2-40B4-BE49-F238E27FC236}">
                <a16:creationId xmlns:a16="http://schemas.microsoft.com/office/drawing/2014/main" id="{39BFF418-15D3-B242-B7E6-166F7898480E}"/>
              </a:ext>
            </a:extLst>
          </p:cNvPr>
          <p:cNvSpPr/>
          <p:nvPr userDrawn="1"/>
        </p:nvSpPr>
        <p:spPr bwMode="gray">
          <a:xfrm>
            <a:off x="0" y="0"/>
            <a:ext cx="12191999" cy="68580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08000" rIns="144000" bIns="108000" rtlCol="0" anchor="t" anchorCtr="0"/>
          <a:lstStyle/>
          <a:p>
            <a:pPr algn="l">
              <a:lnSpc>
                <a:spcPct val="120000"/>
              </a:lnSpc>
            </a:pPr>
            <a:endParaRPr lang="de-DE" sz="1600" err="1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9D806AF-7214-8143-A6E9-CE3BF279E23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1822449" y="2622550"/>
            <a:ext cx="8548689" cy="1290638"/>
          </a:xfrm>
        </p:spPr>
        <p:txBody>
          <a:bodyPr tIns="32400" anchor="t" anchorCtr="0"/>
          <a:lstStyle>
            <a:lvl1pPr algn="l">
              <a:lnSpc>
                <a:spcPct val="100000"/>
              </a:lnSpc>
              <a:defRPr sz="35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Thank you for your attention</a:t>
            </a:r>
          </a:p>
        </p:txBody>
      </p:sp>
      <p:sp>
        <p:nvSpPr>
          <p:cNvPr id="7" name="TextBox 3">
            <a:extLst>
              <a:ext uri="{FF2B5EF4-FFF2-40B4-BE49-F238E27FC236}">
                <a16:creationId xmlns:a16="http://schemas.microsoft.com/office/drawing/2014/main" id="{4D13FA2D-39E6-294F-B1DC-D5B1837C3194}"/>
              </a:ext>
            </a:extLst>
          </p:cNvPr>
          <p:cNvSpPr txBox="1"/>
          <p:nvPr userDrawn="1"/>
        </p:nvSpPr>
        <p:spPr bwMode="gray">
          <a:xfrm>
            <a:off x="1" y="1"/>
            <a:ext cx="364586" cy="6858000"/>
          </a:xfrm>
          <a:prstGeom prst="rect">
            <a:avLst/>
          </a:prstGeom>
          <a:solidFill>
            <a:srgbClr val="00B4D8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800">
              <a:solidFill>
                <a:schemeClr val="bg1"/>
              </a:solidFill>
            </a:endParaRPr>
          </a:p>
        </p:txBody>
      </p:sp>
      <p:sp>
        <p:nvSpPr>
          <p:cNvPr id="8" name="Untertitel 3">
            <a:extLst>
              <a:ext uri="{FF2B5EF4-FFF2-40B4-BE49-F238E27FC236}">
                <a16:creationId xmlns:a16="http://schemas.microsoft.com/office/drawing/2014/main" id="{E2330BE9-0795-DC41-BB2D-7CF63A811374}"/>
              </a:ext>
            </a:extLst>
          </p:cNvPr>
          <p:cNvSpPr txBox="1">
            <a:spLocks/>
          </p:cNvSpPr>
          <p:nvPr userDrawn="1"/>
        </p:nvSpPr>
        <p:spPr bwMode="gray">
          <a:xfrm>
            <a:off x="1832882" y="6315162"/>
            <a:ext cx="4783399" cy="238936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7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300" b="0"/>
              <a:t>Delivering Growth – in Asia and Beyond.</a:t>
            </a:r>
            <a:endParaRPr lang="de-DE" sz="1300" b="0"/>
          </a:p>
        </p:txBody>
      </p:sp>
      <p:pic>
        <p:nvPicPr>
          <p:cNvPr id="9" name="Grafik 9">
            <a:extLst>
              <a:ext uri="{FF2B5EF4-FFF2-40B4-BE49-F238E27FC236}">
                <a16:creationId xmlns:a16="http://schemas.microsoft.com/office/drawing/2014/main" id="{58DBF3C2-3CFB-7846-B28A-DAE10624DF0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71138" y="368300"/>
            <a:ext cx="1449387" cy="453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15419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11-08-2026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383781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11-08-2026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22873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11-08-2026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52662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theme" Target="../theme/theme1.xml"/><Relationship Id="rId38" Type="http://schemas.openxmlformats.org/officeDocument/2006/relationships/image" Target="../media/image1.w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687349-888C-4A56-B47A-62F01ED15DE0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68301"/>
            <a:ext cx="8694738" cy="850900"/>
          </a:xfrm>
          <a:prstGeom prst="rect">
            <a:avLst/>
          </a:prstGeom>
        </p:spPr>
        <p:txBody>
          <a:bodyPr vert="horz" wrap="square" lIns="0" tIns="25200" rIns="0" bIns="0" rtlCol="0" anchor="t" anchorCtr="0">
            <a:noAutofit/>
          </a:bodyPr>
          <a:lstStyle/>
          <a:p>
            <a:r>
              <a:rPr lang="en-US" dirty="0"/>
              <a:t>Click to Add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AA35D3-975F-48E6-B84F-A2F88D1B3AED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371475" y="1476375"/>
            <a:ext cx="11449050" cy="5013324"/>
          </a:xfrm>
          <a:prstGeom prst="rect">
            <a:avLst/>
          </a:prstGeom>
        </p:spPr>
        <p:txBody>
          <a:bodyPr vert="horz" wrap="square" lIns="7200" tIns="0" rIns="0" bIns="0" rtlCol="0" anchor="t" anchorCtr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5D9C64-F7E8-4173-A31C-A68904A47377}"/>
              </a:ext>
            </a:extLst>
          </p:cNvPr>
          <p:cNvSpPr txBox="1"/>
          <p:nvPr/>
        </p:nvSpPr>
        <p:spPr bwMode="gray">
          <a:xfrm>
            <a:off x="10525688" y="6571544"/>
            <a:ext cx="1299600" cy="1836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>
                <a:solidFill>
                  <a:schemeClr val="tx2"/>
                </a:solidFill>
              </a:rPr>
              <a:t>Page </a:t>
            </a:r>
            <a:fld id="{9EC15338-5DF2-451F-A6A1-678DEBB51CD9}" type="slidenum">
              <a:rPr lang="en-US" sz="800" smtClean="0">
                <a:solidFill>
                  <a:schemeClr val="tx2"/>
                </a:solidFill>
              </a:rPr>
              <a:pPr algn="r"/>
              <a:t>‹#›</a:t>
            </a:fld>
            <a:endParaRPr lang="en-US" sz="800">
              <a:solidFill>
                <a:schemeClr val="tx2"/>
              </a:solidFill>
            </a:endParaRPr>
          </a:p>
        </p:txBody>
      </p:sp>
      <p:pic>
        <p:nvPicPr>
          <p:cNvPr id="13" name="Grafik 4">
            <a:extLst>
              <a:ext uri="{FF2B5EF4-FFF2-40B4-BE49-F238E27FC236}">
                <a16:creationId xmlns:a16="http://schemas.microsoft.com/office/drawing/2014/main" id="{1A83C7E4-22F8-4D48-A63F-4ADB5CC3C1EA}"/>
              </a:ext>
            </a:extLst>
          </p:cNvPr>
          <p:cNvPicPr>
            <a:picLocks noChangeAspect="1"/>
          </p:cNvPicPr>
          <p:nvPr userDrawn="1"/>
        </p:nvPicPr>
        <p:blipFill>
          <a:blip r:embed="rId38"/>
          <a:stretch>
            <a:fillRect/>
          </a:stretch>
        </p:blipFill>
        <p:spPr>
          <a:xfrm>
            <a:off x="10371138" y="360680"/>
            <a:ext cx="1449388" cy="453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333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45" r:id="rId1"/>
    <p:sldLayoutId id="2147483947" r:id="rId2"/>
    <p:sldLayoutId id="2147483948" r:id="rId3"/>
    <p:sldLayoutId id="2147483955" r:id="rId4"/>
    <p:sldLayoutId id="2147483956" r:id="rId5"/>
    <p:sldLayoutId id="2147483958" r:id="rId6"/>
    <p:sldLayoutId id="2147483957" r:id="rId7"/>
    <p:sldLayoutId id="2147483959" r:id="rId8"/>
    <p:sldLayoutId id="2147483960" r:id="rId9"/>
    <p:sldLayoutId id="2147483949" r:id="rId10"/>
    <p:sldLayoutId id="2147483950" r:id="rId11"/>
    <p:sldLayoutId id="2147483984" r:id="rId12"/>
    <p:sldLayoutId id="2147483985" r:id="rId13"/>
    <p:sldLayoutId id="2147483966" r:id="rId14"/>
    <p:sldLayoutId id="2147483961" r:id="rId15"/>
    <p:sldLayoutId id="2147483962" r:id="rId16"/>
    <p:sldLayoutId id="2147483963" r:id="rId17"/>
    <p:sldLayoutId id="2147483986" r:id="rId18"/>
    <p:sldLayoutId id="2147483964" r:id="rId19"/>
    <p:sldLayoutId id="2147483965" r:id="rId20"/>
    <p:sldLayoutId id="2147483967" r:id="rId21"/>
    <p:sldLayoutId id="2147483968" r:id="rId22"/>
    <p:sldLayoutId id="2147483969" r:id="rId23"/>
    <p:sldLayoutId id="2147483970" r:id="rId24"/>
    <p:sldLayoutId id="2147483971" r:id="rId25"/>
    <p:sldLayoutId id="2147483972" r:id="rId26"/>
    <p:sldLayoutId id="2147483982" r:id="rId27"/>
    <p:sldLayoutId id="2147483976" r:id="rId28"/>
    <p:sldLayoutId id="2147483977" r:id="rId29"/>
    <p:sldLayoutId id="2147483983" r:id="rId30"/>
    <p:sldLayoutId id="2147483979" r:id="rId31"/>
    <p:sldLayoutId id="2147483980" r:id="rId32"/>
    <p:sldLayoutId id="2147483981" r:id="rId33"/>
    <p:sldLayoutId id="2147483987" r:id="rId34"/>
    <p:sldLayoutId id="2147483988" r:id="rId35"/>
    <p:sldLayoutId id="2147483989" r:id="rId36"/>
  </p:sldLayoutIdLst>
  <p:hf hdr="0" ftr="0" dt="0"/>
  <p:txStyles>
    <p:titleStyle>
      <a:lvl1pPr marL="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None/>
        <a:defRPr sz="2600" b="1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540000" indent="-1800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720000" indent="-1800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900000" indent="-1800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080000" indent="-1800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260000" indent="-1800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440000" indent="-1800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37" pos="234" userDrawn="1">
          <p15:clr>
            <a:srgbClr val="F26B43"/>
          </p15:clr>
        </p15:guide>
        <p15:guide id="338" pos="7446" userDrawn="1">
          <p15:clr>
            <a:srgbClr val="F26B43"/>
          </p15:clr>
        </p15:guide>
        <p15:guide id="339" pos="2973" userDrawn="1">
          <p15:clr>
            <a:srgbClr val="F26B43"/>
          </p15:clr>
        </p15:guide>
        <p15:guide id="340" pos="3795" userDrawn="1">
          <p15:clr>
            <a:srgbClr val="F26B43"/>
          </p15:clr>
        </p15:guide>
        <p15:guide id="341" pos="3840" userDrawn="1">
          <p15:clr>
            <a:srgbClr val="F26B43"/>
          </p15:clr>
        </p15:guide>
        <p15:guide id="342" pos="4799" userDrawn="1">
          <p15:clr>
            <a:srgbClr val="F26B43"/>
          </p15:clr>
        </p15:guide>
        <p15:guide id="343" pos="6533" userDrawn="1">
          <p15:clr>
            <a:srgbClr val="F26B43"/>
          </p15:clr>
        </p15:guide>
        <p15:guide id="344" orient="horz" pos="4088" userDrawn="1">
          <p15:clr>
            <a:srgbClr val="F26B43"/>
          </p15:clr>
        </p15:guide>
        <p15:guide id="345" pos="1056" userDrawn="1">
          <p15:clr>
            <a:srgbClr val="F26B43"/>
          </p15:clr>
        </p15:guide>
        <p15:guide id="346" pos="1148" userDrawn="1">
          <p15:clr>
            <a:srgbClr val="F26B43"/>
          </p15:clr>
        </p15:guide>
        <p15:guide id="347" pos="1970" userDrawn="1">
          <p15:clr>
            <a:srgbClr val="F26B43"/>
          </p15:clr>
        </p15:guide>
        <p15:guide id="348" pos="2060" userDrawn="1">
          <p15:clr>
            <a:srgbClr val="F26B43"/>
          </p15:clr>
        </p15:guide>
        <p15:guide id="349" pos="2882" userDrawn="1">
          <p15:clr>
            <a:srgbClr val="F26B43"/>
          </p15:clr>
        </p15:guide>
        <p15:guide id="350" pos="4707" userDrawn="1">
          <p15:clr>
            <a:srgbClr val="F26B43"/>
          </p15:clr>
        </p15:guide>
        <p15:guide id="351" pos="5621" userDrawn="1">
          <p15:clr>
            <a:srgbClr val="F26B43"/>
          </p15:clr>
        </p15:guide>
        <p15:guide id="352" pos="5711" userDrawn="1">
          <p15:clr>
            <a:srgbClr val="F26B43"/>
          </p15:clr>
        </p15:guide>
        <p15:guide id="353" pos="6624" userDrawn="1">
          <p15:clr>
            <a:srgbClr val="F26B43"/>
          </p15:clr>
        </p15:guide>
        <p15:guide id="354" orient="horz" pos="300" userDrawn="1">
          <p15:clr>
            <a:srgbClr val="F26B43"/>
          </p15:clr>
        </p15:guide>
        <p15:guide id="355" orient="horz" pos="930" userDrawn="1">
          <p15:clr>
            <a:srgbClr val="F26B43"/>
          </p15:clr>
        </p15:guide>
        <p15:guide id="356" orient="horz" pos="1652" userDrawn="1">
          <p15:clr>
            <a:srgbClr val="F26B43"/>
          </p15:clr>
        </p15:guide>
        <p15:guide id="357" orient="horz" pos="1743" userDrawn="1">
          <p15:clr>
            <a:srgbClr val="F26B43"/>
          </p15:clr>
        </p15:guide>
        <p15:guide id="358" orient="horz" pos="2465" userDrawn="1">
          <p15:clr>
            <a:srgbClr val="F26B43"/>
          </p15:clr>
        </p15:guide>
        <p15:guide id="359" orient="horz" pos="2555" userDrawn="1">
          <p15:clr>
            <a:srgbClr val="F26B43"/>
          </p15:clr>
        </p15:guide>
        <p15:guide id="360" orient="horz" pos="2510" userDrawn="1">
          <p15:clr>
            <a:srgbClr val="F26B43"/>
          </p15:clr>
        </p15:guide>
        <p15:guide id="361" orient="horz" pos="3276" userDrawn="1">
          <p15:clr>
            <a:srgbClr val="F26B43"/>
          </p15:clr>
        </p15:guide>
        <p15:guide id="362" orient="horz" pos="3368" userDrawn="1">
          <p15:clr>
            <a:srgbClr val="F26B43"/>
          </p15:clr>
        </p15:guide>
        <p15:guide id="363" pos="3885" userDrawn="1">
          <p15:clr>
            <a:srgbClr val="F26B43"/>
          </p15:clr>
        </p15:guide>
        <p15:guide id="364" orient="horz" pos="23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B47F2A-05E4-4741-BCC7-B3856CADFE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0522" y="1032545"/>
            <a:ext cx="6441592" cy="1554480"/>
          </a:xfrm>
        </p:spPr>
        <p:txBody>
          <a:bodyPr/>
          <a:lstStyle/>
          <a:p>
            <a:r>
              <a:rPr lang="en-US" dirty="0" sz="2800"/>
              <a:t>PROCESS LONG PRODUCTION NAME WITH VIETNAMESE LANGUAGE – LPNVi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61662B-79A5-51A3-C5E7-EE3AA116EE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80523" y="3213739"/>
            <a:ext cx="6441592" cy="586800"/>
          </a:xfrm>
        </p:spPr>
        <p:txBody>
          <a:bodyPr/>
          <a:lstStyle/>
          <a:p>
            <a:r>
              <a:rPr lang="en-US" dirty="0"/>
              <a:t>Business Owner: Luong Ngoc Truong, HEC Sales Manager</a:t>
            </a:r>
          </a:p>
          <a:p>
            <a:r>
              <a:rPr lang="en-US" dirty="0"/>
              <a:t>Process Owner: Tran Quang Thuan, IT CSSC Vietnam</a:t>
            </a:r>
          </a:p>
          <a:p>
            <a:r>
              <a:rPr lang="en-US" dirty="0"/>
              <a:t>Technical Owner: Nguyen Vu Thanh, IT CSSC Vietnam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44F658-4369-0363-F757-9340B1B5683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80329" y="4425696"/>
            <a:ext cx="6441045" cy="412826"/>
          </a:xfrm>
        </p:spPr>
        <p:txBody>
          <a:bodyPr/>
          <a:lstStyle/>
          <a:p>
            <a:r>
              <a:rPr lang="en-US" dirty="0"/>
              <a:t>HCMC, 21 Aug 2026</a:t>
            </a:r>
          </a:p>
        </p:txBody>
      </p:sp>
      <p:pic>
        <p:nvPicPr>
          <p:cNvPr id="5" name="Picture 4" descr="icon2_titl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258568"/>
            <a:ext cx="1170432" cy="1170432"/>
          </a:xfrm>
          <a:prstGeom prst="rect">
            <a:avLst/>
          </a:prstGeom>
        </p:spPr>
      </p:pic>
      <p:sp>
        <p:nvSpPr>
          <p:cNvPr id="6" name="SAP Label"/>
          <p:cNvSpPr txBox="1"/>
          <p:nvPr/>
        </p:nvSpPr>
        <p:spPr>
          <a:xfrm>
            <a:off x="630936" y="3520440"/>
            <a:ext cx="237744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SAP</a:t>
            </a:r>
          </a:p>
        </p:txBody>
      </p:sp>
    </p:spTree>
    <p:extLst>
      <p:ext uri="{BB962C8B-B14F-4D97-AF65-F5344CB8AC3E}">
        <p14:creationId xmlns:p14="http://schemas.microsoft.com/office/powerpoint/2010/main" val="9116795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7C178-B3A9-1240-B852-D0644D64AB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0034" y="175127"/>
            <a:ext cx="7189763" cy="1239838"/>
          </a:xfrm>
        </p:spPr>
        <p:txBody>
          <a:bodyPr/>
          <a:lstStyle/>
          <a:p>
            <a:endParaRPr lang="en-DE" dirty="0">
              <a:solidFill>
                <a:schemeClr val="tx1"/>
              </a:solidFill>
            </a:endParaRPr>
            <a:r>
              <a:rPr lang="en-US" dirty="0">
                <a:solidFill>
                  <a:schemeClr val="tx1"/>
                </a:solidFill>
              </a:rPr>
              <a:t>Solution Overview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A9B795-977D-7241-9149-3B8B8FF1228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06005" y="126869"/>
            <a:ext cx="2755899" cy="1476642"/>
          </a:xfrm>
        </p:spPr>
        <p:txBody>
          <a:bodyPr/>
          <a:lstStyle/>
          <a:p>
            <a:endParaRPr lang="en-DE" dirty="0"/>
          </a:p>
        </p:txBody>
      </p:sp>
      <p:sp>
        <p:nvSpPr>
          <p:cNvPr id="4" name="Rounded Rectangle 3"/>
          <p:cNvSpPr/>
          <p:nvPr/>
        </p:nvSpPr>
        <p:spPr>
          <a:xfrm>
            <a:off x="856335" y="2331720"/>
            <a:ext cx="233172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56335" y="2331720"/>
            <a:ext cx="2331720" cy="82296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16355" y="2532888"/>
            <a:ext cx="457200" cy="457200"/>
          </a:xfrm>
          <a:prstGeom prst="ellipse">
            <a:avLst/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</a:t>
            </a:r>
          </a:p>
        </p:txBody>
      </p:sp>
      <p:pic>
        <p:nvPicPr>
          <p:cNvPr id="7" name="Picture 6" descr="icon2_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0835" y="2532888"/>
            <a:ext cx="45720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6335" y="3200400"/>
            <a:ext cx="2331720" cy="868680"/>
          </a:xfrm>
          <a:prstGeom prst="rect">
            <a:avLst/>
          </a:prstGeom>
          <a:noFill/>
        </p:spPr>
        <p:txBody>
          <a:bodyPr wrap="square" lIns="73152" tIns="0" rIns="73152" bIns="0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Master Data</a:t>
            </a:r>
            <a:br/>
            <a:r>
              <a:rPr sz="1400" b="1">
                <a:solidFill>
                  <a:srgbClr val="1A1A1A"/>
                </a:solidFill>
                <a:latin typeface="Calibri"/>
              </a:rPr>
              <a:t>Setup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6335" y="3931920"/>
            <a:ext cx="2331720" cy="365760"/>
          </a:xfrm>
          <a:prstGeom prst="rect">
            <a:avLst/>
          </a:prstGeom>
          <a:noFill/>
        </p:spPr>
        <p:txBody>
          <a:bodyPr wrap="square" lIns="73152" tIns="0" rIns="73152" bIns="0">
            <a:spAutoFit/>
          </a:bodyPr>
          <a:lstStyle/>
          <a:p>
            <a:pPr algn="ctr"/>
            <a:r>
              <a:rPr sz="1050" i="1">
                <a:solidFill>
                  <a:srgbClr val="6B6B6B"/>
                </a:solidFill>
                <a:latin typeface="Calibri"/>
              </a:rPr>
              <a:t>CMIR · MG0156 · INSP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36395" y="4370832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MASTER DATA</a:t>
            </a:r>
          </a:p>
        </p:txBody>
      </p:sp>
      <p:sp>
        <p:nvSpPr>
          <p:cNvPr id="11" name="Chevron 10"/>
          <p:cNvSpPr/>
          <p:nvPr/>
        </p:nvSpPr>
        <p:spPr>
          <a:xfrm>
            <a:off x="3224631" y="3442716"/>
            <a:ext cx="310896" cy="292608"/>
          </a:xfrm>
          <a:prstGeom prst="chevron">
            <a:avLst/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572103" y="2331720"/>
            <a:ext cx="233172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572103" y="2331720"/>
            <a:ext cx="2331720" cy="82296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3732123" y="2532888"/>
            <a:ext cx="457200" cy="457200"/>
          </a:xfrm>
          <a:prstGeom prst="ellipse">
            <a:avLst/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2</a:t>
            </a:r>
          </a:p>
        </p:txBody>
      </p:sp>
      <p:pic>
        <p:nvPicPr>
          <p:cNvPr id="15" name="Picture 14" descr="icon2_ste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6603" y="2532888"/>
            <a:ext cx="457200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572103" y="3200400"/>
            <a:ext cx="2331720" cy="430887"/>
          </a:xfrm>
          <a:prstGeom prst="rect">
            <a:avLst/>
          </a:prstGeom>
          <a:noFill/>
        </p:spPr>
        <p:txBody>
          <a:bodyPr wrap="square" lIns="73152" tIns="0" rIns="73152" bIns="0">
            <a:spAutoFit/>
          </a:bodyPr>
          <a:lstStyle/>
          <a:p>
            <a:pPr algn="ctr"/>
            <a:r>
              <a:rPr sz="1400" b="1" dirty="0">
                <a:solidFill>
                  <a:srgbClr val="1A1A1A"/>
                </a:solidFill>
                <a:latin typeface="Calibri"/>
              </a:rPr>
              <a:t>Billing</a:t>
            </a:r>
            <a:br/>
            <a:r>
              <a:rPr sz="1400" b="1" dirty="0">
                <a:solidFill>
                  <a:srgbClr val="1A1A1A"/>
                </a:solidFill>
                <a:latin typeface="Calibri"/>
              </a:rPr>
              <a:t>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2103" y="3931920"/>
            <a:ext cx="2331720" cy="365760"/>
          </a:xfrm>
          <a:prstGeom prst="rect">
            <a:avLst/>
          </a:prstGeom>
          <a:noFill/>
        </p:spPr>
        <p:txBody>
          <a:bodyPr wrap="square" lIns="73152" tIns="0" rIns="73152" bIns="0">
            <a:spAutoFit/>
          </a:bodyPr>
          <a:lstStyle/>
          <a:p>
            <a:pPr algn="ctr"/>
            <a:r>
              <a:rPr sz="1050" i="1">
                <a:solidFill>
                  <a:srgbClr val="6B6B6B"/>
                </a:solidFill>
                <a:latin typeface="Calibri"/>
              </a:rPr>
              <a:t>Mat. Desc + INSP text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52163" y="4370832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SAP</a:t>
            </a:r>
          </a:p>
        </p:txBody>
      </p:sp>
      <p:sp>
        <p:nvSpPr>
          <p:cNvPr id="19" name="Chevron 18"/>
          <p:cNvSpPr/>
          <p:nvPr/>
        </p:nvSpPr>
        <p:spPr>
          <a:xfrm>
            <a:off x="5940399" y="3442716"/>
            <a:ext cx="310896" cy="292608"/>
          </a:xfrm>
          <a:prstGeom prst="chevron">
            <a:avLst/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287871" y="2331720"/>
            <a:ext cx="233172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287871" y="2331720"/>
            <a:ext cx="2331720" cy="82296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447891" y="2532888"/>
            <a:ext cx="457200" cy="457200"/>
          </a:xfrm>
          <a:prstGeom prst="ellipse">
            <a:avLst/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3</a:t>
            </a:r>
          </a:p>
        </p:txBody>
      </p:sp>
      <p:pic>
        <p:nvPicPr>
          <p:cNvPr id="23" name="Picture 22" descr="icon2_ste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2371" y="2532888"/>
            <a:ext cx="457200" cy="457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287871" y="3200400"/>
            <a:ext cx="2331720" cy="868680"/>
          </a:xfrm>
          <a:prstGeom prst="rect">
            <a:avLst/>
          </a:prstGeom>
          <a:noFill/>
        </p:spPr>
        <p:txBody>
          <a:bodyPr wrap="square" lIns="73152" tIns="0" rIns="73152" bIns="0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Delivery</a:t>
            </a:r>
            <a:br/>
            <a:r>
              <a:rPr sz="1400" b="1">
                <a:solidFill>
                  <a:srgbClr val="1A1A1A"/>
                </a:solidFill>
                <a:latin typeface="Calibri"/>
              </a:rPr>
              <a:t>Forms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87871" y="3931920"/>
            <a:ext cx="2331720" cy="365760"/>
          </a:xfrm>
          <a:prstGeom prst="rect">
            <a:avLst/>
          </a:prstGeom>
          <a:noFill/>
        </p:spPr>
        <p:txBody>
          <a:bodyPr wrap="square" lIns="73152" tIns="0" rIns="73152" bIns="0">
            <a:spAutoFit/>
          </a:bodyPr>
          <a:lstStyle/>
          <a:p>
            <a:pPr algn="ctr"/>
            <a:r>
              <a:rPr sz="1050" i="1">
                <a:solidFill>
                  <a:srgbClr val="6B6B6B"/>
                </a:solidFill>
                <a:latin typeface="Calibri"/>
              </a:rPr>
              <a:t>PGN · PXKDL · PXKNB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67931" y="4370832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PP#</a:t>
            </a:r>
          </a:p>
        </p:txBody>
      </p:sp>
      <p:sp>
        <p:nvSpPr>
          <p:cNvPr id="27" name="Chevron 26"/>
          <p:cNvSpPr/>
          <p:nvPr/>
        </p:nvSpPr>
        <p:spPr>
          <a:xfrm>
            <a:off x="8656167" y="3442716"/>
            <a:ext cx="310896" cy="292608"/>
          </a:xfrm>
          <a:prstGeom prst="chevron">
            <a:avLst/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9003639" y="2331720"/>
            <a:ext cx="233172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9003639" y="2331720"/>
            <a:ext cx="2331720" cy="82296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9163659" y="2532888"/>
            <a:ext cx="457200" cy="457200"/>
          </a:xfrm>
          <a:prstGeom prst="ellipse">
            <a:avLst/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4</a:t>
            </a:r>
          </a:p>
        </p:txBody>
      </p:sp>
      <p:pic>
        <p:nvPicPr>
          <p:cNvPr id="31" name="Picture 30" descr="icon2_step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18139" y="2532888"/>
            <a:ext cx="457200" cy="4572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003639" y="3200400"/>
            <a:ext cx="2331720" cy="430887"/>
          </a:xfrm>
          <a:prstGeom prst="rect">
            <a:avLst/>
          </a:prstGeom>
          <a:noFill/>
        </p:spPr>
        <p:txBody>
          <a:bodyPr wrap="square" lIns="73152" tIns="0" rIns="73152" bIns="0">
            <a:spAutoFit/>
          </a:bodyPr>
          <a:lstStyle/>
          <a:p>
            <a:pPr algn="ctr"/>
            <a:r>
              <a:rPr sz="1400" b="1" dirty="0">
                <a:solidFill>
                  <a:srgbClr val="1A1A1A"/>
                </a:solidFill>
                <a:latin typeface="Calibri"/>
              </a:rPr>
              <a:t>E-Invoice</a:t>
            </a:r>
            <a:br/>
            <a:r>
              <a:rPr sz="1400" b="1" dirty="0">
                <a:solidFill>
                  <a:srgbClr val="1A1A1A"/>
                </a:solidFill>
                <a:latin typeface="Calibri"/>
              </a:rPr>
              <a:t>Display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3639" y="3931920"/>
            <a:ext cx="2331720" cy="161583"/>
          </a:xfrm>
          <a:prstGeom prst="rect">
            <a:avLst/>
          </a:prstGeom>
          <a:noFill/>
        </p:spPr>
        <p:txBody>
          <a:bodyPr wrap="square" lIns="73152" tIns="0" rIns="73152" bIns="0">
            <a:spAutoFit/>
          </a:bodyPr>
          <a:lstStyle/>
          <a:p>
            <a:pPr algn="ctr"/>
            <a:endParaRPr sz="1050" i="1" dirty="0">
              <a:solidFill>
                <a:srgbClr val="6B6B6B"/>
              </a:solidFill>
              <a:latin typeface="Calibri"/>
            </a:endParaRPr>
            <a:r>
              <a:rPr lang="en-US" sz="1050" i="1" dirty="0">
                <a:solidFill>
                  <a:srgbClr val="6B6B6B"/>
                </a:solidFill>
                <a:latin typeface="Calibri"/>
              </a:rPr>
              <a:t>Separator "| " on EIV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83699" y="4370832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VNPT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166360"/>
            <a:ext cx="1109167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i="1">
                <a:solidFill>
                  <a:srgbClr val="6B6B6B"/>
                </a:solidFill>
                <a:latin typeface="Calibri"/>
              </a:rPr>
              <a:t>Scope: all BU nationwide  —  logic priority CMIR › MG0156 › INSP.</a:t>
            </a:r>
          </a:p>
        </p:txBody>
      </p:sp>
      <p:pic>
        <p:nvPicPr>
          <p:cNvPr id="36" name="Picture 35" descr="icon2_overvie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78440" y="1371600"/>
            <a:ext cx="685800" cy="685800"/>
          </a:xfrm>
          <a:prstGeom prst="rect">
            <a:avLst/>
          </a:prstGeom>
        </p:spPr>
      </p:pic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78440" y="1371600"/>
            <a:ext cx="685800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825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C377E-D596-207C-ABB1-648DFE5CD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B4E6D-1D83-44F5-B52A-8D9EDD7475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0034" y="175127"/>
            <a:ext cx="7189763" cy="1239838"/>
          </a:xfrm>
        </p:spPr>
        <p:txBody>
          <a:bodyPr/>
          <a:lstStyle/>
          <a:p>
            <a:endParaRPr lang="en-DE" dirty="0">
              <a:solidFill>
                <a:schemeClr val="tx1"/>
              </a:solidFill>
            </a:endParaRPr>
            <a:r>
              <a:rPr lang="en-US">
                <a:solidFill>
                  <a:schemeClr val="tx1"/>
                </a:solidFill>
              </a:rPr>
              <a:t>Hiện trạng – Current limitation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98C1E5-FE96-B041-F896-386DB29FB6B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06005" y="126869"/>
            <a:ext cx="2755899" cy="1476642"/>
          </a:xfrm>
        </p:spPr>
        <p:txBody>
          <a:bodyPr/>
          <a:lstStyle/>
          <a:p>
            <a:endParaRPr lang="en-DE" dirty="0"/>
            <a:r>
              <a:rPr lang="en-US"/>
              <a:t>1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3B36D05-A0DC-E96E-C0B3-3D162E2B34C4}"/>
              </a:ext>
            </a:extLst>
          </p:cNvPr>
          <p:cNvSpPr txBox="1">
            <a:spLocks/>
          </p:cNvSpPr>
          <p:nvPr/>
        </p:nvSpPr>
        <p:spPr>
          <a:xfrm>
            <a:off x="1122977" y="2141550"/>
            <a:ext cx="7040880" cy="3750095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normAutofit lnSpcReduction="10000"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85800" lvl="1" indent="-4572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2200" dirty="0"/>
              <a:t>Field Mat. Desc is limited to 40 characters — too short for long product names.</a:t>
            </a:r>
          </a:p>
          <a:p>
            <a:pPr marL="685800" lvl="1" indent="-4572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</a:p>
          <a:p>
            <a:pPr marL="685800" lvl="1" indent="-4572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2200" dirty="0"/>
              <a:t>Custom logic already enhanced: CMIR for Tender, Basis Text for MG0156.</a:t>
            </a:r>
          </a:p>
          <a:p>
            <a:pPr marL="685800" lvl="1" indent="-4572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</a:p>
          <a:p>
            <a:pPr marL="685800" lvl="1" indent="-4572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2200" dirty="0"/>
              <a:t>All remaining products still cannot carry the full Vietnamese name.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49640" y="1600200"/>
            <a:ext cx="3063240" cy="4434840"/>
          </a:xfrm>
          <a:prstGeom prst="roundRect">
            <a:avLst>
              <a:gd name="adj" fmla="val 4500"/>
            </a:avLst>
          </a:prstGeom>
          <a:solidFill>
            <a:srgbClr val="FBE7EA"/>
          </a:solidFill>
          <a:ln w="15875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549640" y="1600200"/>
            <a:ext cx="3063240" cy="128016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750808" y="1920240"/>
            <a:ext cx="2660904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915400" y="205740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MAT. DESC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360152" y="205740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EF2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40 CHAR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50808" y="2450592"/>
            <a:ext cx="2660904" cy="1"/>
          </a:xfrm>
          <a:prstGeom prst="rect">
            <a:avLst/>
          </a:prstGeom>
          <a:ln>
            <a:solidFill>
              <a:srgbClr val="E9E9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8750808" y="2450592"/>
            <a:ext cx="2660904" cy="0"/>
          </a:xfrm>
          <a:prstGeom prst="line">
            <a:avLst/>
          </a:prstGeom>
          <a:ln w="9525">
            <a:solidFill>
              <a:srgbClr val="E9E9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915400" y="2578608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  <a:latin typeface="Calibri"/>
              </a:rPr>
              <a:t>Standard SAP field limit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2880360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6B6B6B"/>
                </a:solidFill>
                <a:latin typeface="Calibri"/>
              </a:rPr>
              <a:t>Enhanced already:</a:t>
            </a:r>
            <a:br/>
            <a:r>
              <a:rPr sz="1000" b="0" i="1">
                <a:solidFill>
                  <a:srgbClr val="6B6B6B"/>
                </a:solidFill>
                <a:latin typeface="Calibri"/>
              </a:rPr>
              <a:t>CMIR (Tender) · MG0156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3456432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0">
                <a:solidFill>
                  <a:srgbClr val="BE0028"/>
                </a:solidFill>
                <a:latin typeface="Calibri"/>
              </a:rPr>
              <a:t>No Vietnamese diacritics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3072" y="3749040"/>
            <a:ext cx="384048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915400" y="3822192"/>
            <a:ext cx="192938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1">
                <a:solidFill>
                  <a:srgbClr val="6B6B6B"/>
                </a:solidFill>
                <a:latin typeface="Calibri"/>
              </a:rPr>
              <a:t>Rest of scope still open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4507992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BE0028"/>
                </a:solidFill>
                <a:latin typeface="Calibri"/>
              </a:rPr>
              <a:t>CURRENT  ·  Field Limitation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04020" y="5468112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AS-IS</a:t>
            </a:r>
          </a:p>
        </p:txBody>
      </p:sp>
    </p:spTree>
    <p:extLst>
      <p:ext uri="{BB962C8B-B14F-4D97-AF65-F5344CB8AC3E}">
        <p14:creationId xmlns:p14="http://schemas.microsoft.com/office/powerpoint/2010/main" val="6178750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C377E-D596-207C-ABB1-648DFE5CD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B4E6D-1D83-44F5-B52A-8D9EDD7475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0034" y="175127"/>
            <a:ext cx="7189763" cy="1239838"/>
          </a:xfrm>
        </p:spPr>
        <p:txBody>
          <a:bodyPr/>
          <a:lstStyle/>
          <a:p>
            <a:endParaRPr lang="en-DE" dirty="0">
              <a:solidFill>
                <a:schemeClr val="tx1"/>
              </a:solidFill>
            </a:endParaRPr>
            <a:r>
              <a:rPr lang="en-US">
                <a:solidFill>
                  <a:schemeClr val="tx1"/>
                </a:solidFill>
              </a:rPr>
              <a:t>Yêu cầu – Business requirement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98C1E5-FE96-B041-F896-386DB29FB6B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06005" y="126869"/>
            <a:ext cx="2755899" cy="1476642"/>
          </a:xfrm>
        </p:spPr>
        <p:txBody>
          <a:bodyPr/>
          <a:lstStyle/>
          <a:p>
            <a:endParaRPr lang="en-DE" dirty="0"/>
            <a:r>
              <a:rPr lang="en-US"/>
              <a:t>2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3B36D05-A0DC-E96E-C0B3-3D162E2B34C4}"/>
              </a:ext>
            </a:extLst>
          </p:cNvPr>
          <p:cNvSpPr txBox="1">
            <a:spLocks/>
          </p:cNvSpPr>
          <p:nvPr/>
        </p:nvSpPr>
        <p:spPr>
          <a:xfrm>
            <a:off x="1122977" y="2141550"/>
            <a:ext cx="7040880" cy="3750095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normAutofit lnSpcReduction="10000"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85800" lvl="1" indent="-4572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2000" dirty="0"/>
              <a:t>Product name longer than the standard 40 characters, with Vietnamese diacritics.</a:t>
            </a:r>
          </a:p>
          <a:p>
            <a:pPr marL="685800" lvl="1" indent="-4572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</a:p>
          <a:p>
            <a:pPr marL="685800" lvl="1" indent="-4572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2000" dirty="0"/>
              <a:t>On the invoice: Vietnamese name on line 1, English name on line 2 (smaller font on EIV).</a:t>
            </a:r>
          </a:p>
          <a:p>
            <a:pPr marL="685800" lvl="1" indent="-4572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</a:p>
          <a:p>
            <a:pPr marL="685800" lvl="1" indent="-4572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2000" dirty="0"/>
              <a:t>Extend to Phiếu Giao Nhận, Phiếu Xuất Kho Đại Lý, Phiếu Xuất Kho Nội Bộ.</a:t>
            </a:r>
          </a:p>
          <a:p>
            <a:pPr marL="685800" lvl="1" indent="-4572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</a:p>
          <a:p>
            <a:pPr marL="685800" lvl="1" indent="-4572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2000" dirty="0"/>
              <a:t>Scope: apply for all BU nationwide.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49640" y="1600200"/>
            <a:ext cx="3063240" cy="4434840"/>
          </a:xfrm>
          <a:prstGeom prst="roundRect">
            <a:avLst>
              <a:gd name="adj" fmla="val 4500"/>
            </a:avLst>
          </a:prstGeom>
          <a:solidFill>
            <a:srgbClr val="FBE7EA"/>
          </a:solidFill>
          <a:ln w="15875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549640" y="1600200"/>
            <a:ext cx="3063240" cy="128016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750808" y="1920240"/>
            <a:ext cx="2660904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915400" y="205740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HÓA ĐƠN / EIV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360152" y="205740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EF2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LAYOUT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50808" y="2450592"/>
            <a:ext cx="2660904" cy="1"/>
          </a:xfrm>
          <a:prstGeom prst="rect">
            <a:avLst/>
          </a:prstGeom>
          <a:ln>
            <a:solidFill>
              <a:srgbClr val="E9E9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8750808" y="2450592"/>
            <a:ext cx="2660904" cy="0"/>
          </a:xfrm>
          <a:prstGeom prst="line">
            <a:avLst/>
          </a:prstGeom>
          <a:ln w="9525">
            <a:solidFill>
              <a:srgbClr val="E9E9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915400" y="2578608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  <a:latin typeface="Calibri"/>
              </a:rPr>
              <a:t>Tên tiếng Việt — dòng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2880360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6B6B6B"/>
                </a:solidFill>
                <a:latin typeface="Calibri"/>
              </a:rPr>
              <a:t>English name — dòng 2</a:t>
            </a:r>
            <a:br/>
            <a:r>
              <a:rPr sz="1000" b="0" i="1">
                <a:solidFill>
                  <a:srgbClr val="6B6B6B"/>
                </a:solidFill>
                <a:latin typeface="Calibri"/>
              </a:rPr>
              <a:t>chữ nhỏ hơn trên EIV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3456432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0">
                <a:solidFill>
                  <a:srgbClr val="BE0028"/>
                </a:solidFill>
                <a:latin typeface="Calibri"/>
              </a:rPr>
              <a:t>PGN · PXKDL · PXKNB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3072" y="3749040"/>
            <a:ext cx="384048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915400" y="3822192"/>
            <a:ext cx="192938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1">
                <a:solidFill>
                  <a:srgbClr val="6B6B6B"/>
                </a:solidFill>
                <a:latin typeface="Calibri"/>
              </a:rPr>
              <a:t>All BU nationwide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4507992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BE0028"/>
                </a:solidFill>
                <a:latin typeface="Calibri"/>
              </a:rPr>
              <a:t>REQUIREMENT  ·  Display Format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04020" y="5468112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TO-BE</a:t>
            </a:r>
          </a:p>
        </p:txBody>
      </p:sp>
    </p:spTree>
    <p:extLst>
      <p:ext uri="{BB962C8B-B14F-4D97-AF65-F5344CB8AC3E}">
        <p14:creationId xmlns:p14="http://schemas.microsoft.com/office/powerpoint/2010/main" val="6178750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C377E-D596-207C-ABB1-648DFE5CD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B4E6D-1D83-44F5-B52A-8D9EDD7475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0034" y="175127"/>
            <a:ext cx="7189763" cy="1068457"/>
          </a:xfrm>
        </p:spPr>
        <p:txBody>
          <a:bodyPr/>
          <a:lstStyle/>
          <a:p>
            <a:endParaRPr lang="en-DE" dirty="0">
              <a:solidFill>
                <a:schemeClr val="tx1"/>
              </a:solidFill>
            </a:endParaRPr>
            <a:r>
              <a:rPr lang="en-US" dirty="0">
                <a:solidFill>
                  <a:schemeClr val="tx1"/>
                </a:solidFill>
              </a:rPr>
              <a:t>Giải pháp – Solution design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98C1E5-FE96-B041-F896-386DB29FB6B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06005" y="126869"/>
            <a:ext cx="2755899" cy="1476642"/>
          </a:xfrm>
        </p:spPr>
        <p:txBody>
          <a:bodyPr/>
          <a:lstStyle/>
          <a:p>
            <a:endParaRPr lang="en-DE" dirty="0"/>
            <a:r>
              <a:rPr lang="en-US"/>
              <a:t>3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3B36D05-A0DC-E96E-C0B3-3D162E2B34C4}"/>
              </a:ext>
            </a:extLst>
          </p:cNvPr>
          <p:cNvSpPr txBox="1">
            <a:spLocks/>
          </p:cNvSpPr>
          <p:nvPr/>
        </p:nvSpPr>
        <p:spPr>
          <a:xfrm>
            <a:off x="1122977" y="2141550"/>
            <a:ext cx="7040880" cy="3750095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85800" lvl="1" indent="-4572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2000" dirty="0"/>
              <a:t>Use field INSP (max 220) for Vietnamese text with diacritics.</a:t>
            </a:r>
          </a:p>
          <a:p>
            <a:pPr marL="685800" lvl="1" indent="-4572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</a:p>
          <a:p>
            <a:pPr marL="685800" lvl="1" indent="-4572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2000" dirty="0"/>
              <a:t>Concatenate it with Mat. Desc (default) to build the long product name.</a:t>
            </a:r>
          </a:p>
          <a:p>
            <a:pPr marL="685800" lvl="1" indent="-4572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</a:p>
          <a:p>
            <a:pPr marL="685800" lvl="1" indent="-4572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2000" dirty="0"/>
              <a:t>Separator "| " joins the two fields (Mat. Desc + INSP text) for EIV VNPT.</a:t>
            </a:r>
          </a:p>
          <a:p>
            <a:pPr marL="685800" lvl="1" indent="-4572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</a:p>
          <a:p>
            <a:pPr marL="685800" lvl="1" indent="-4572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2000" dirty="0"/>
              <a:t>Logic applies in order: CMIR › MG0156 › INSP.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49640" y="1600200"/>
            <a:ext cx="3063240" cy="4434840"/>
          </a:xfrm>
          <a:prstGeom prst="roundRect">
            <a:avLst>
              <a:gd name="adj" fmla="val 4500"/>
            </a:avLst>
          </a:prstGeom>
          <a:solidFill>
            <a:srgbClr val="FBE7EA"/>
          </a:solidFill>
          <a:ln w="15875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549640" y="1600200"/>
            <a:ext cx="3063240" cy="128016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750808" y="1920240"/>
            <a:ext cx="2660904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915400" y="205740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INSP 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68712" y="205740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F2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220 CHAR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750808" y="2450592"/>
            <a:ext cx="2660904" cy="0"/>
          </a:xfrm>
          <a:prstGeom prst="line">
            <a:avLst/>
          </a:prstGeom>
          <a:ln w="9525">
            <a:solidFill>
              <a:srgbClr val="E9E9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0" y="260604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573768" y="2633472"/>
            <a:ext cx="165506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Calibri"/>
              </a:rPr>
              <a:t>Mat. Desc  |  INSP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73768" y="2907792"/>
            <a:ext cx="1655064" cy="14619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1" dirty="0">
                <a:solidFill>
                  <a:srgbClr val="6B6B6B"/>
                </a:solidFill>
                <a:latin typeface="Calibri"/>
              </a:rPr>
              <a:t>Separator "| "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50808" y="3291840"/>
            <a:ext cx="2660904" cy="0"/>
          </a:xfrm>
          <a:prstGeom prst="line">
            <a:avLst/>
          </a:prstGeom>
          <a:ln w="9525">
            <a:solidFill>
              <a:srgbClr val="E9E9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915400" y="342900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Vietnamese with diacritics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3730752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Priority: CMIR › MG0156 › INSP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4507992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BE0028"/>
                </a:solidFill>
                <a:latin typeface="Calibri"/>
              </a:rPr>
              <a:t>SOLUTION  ·  Field Concatenation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04020" y="5468112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DESIGN</a:t>
            </a:r>
          </a:p>
        </p:txBody>
      </p:sp>
    </p:spTree>
    <p:extLst>
      <p:ext uri="{BB962C8B-B14F-4D97-AF65-F5344CB8AC3E}">
        <p14:creationId xmlns:p14="http://schemas.microsoft.com/office/powerpoint/2010/main" val="6178750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C377E-D596-207C-ABB1-648DFE5CD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B4E6D-1D83-44F5-B52A-8D9EDD7475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0034" y="175127"/>
            <a:ext cx="7189763" cy="1068457"/>
          </a:xfrm>
        </p:spPr>
        <p:txBody>
          <a:bodyPr/>
          <a:lstStyle/>
          <a:p>
            <a:endParaRPr lang="en-DE" dirty="0">
              <a:solidFill>
                <a:schemeClr val="tx1"/>
              </a:solidFill>
            </a:endParaRPr>
            <a:r>
              <a:rPr lang="en-US" dirty="0">
                <a:solidFill>
                  <a:schemeClr val="tx1"/>
                </a:solidFill>
              </a:rPr>
              <a:t>Lập trình – Development scope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98C1E5-FE96-B041-F896-386DB29FB6B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06005" y="126869"/>
            <a:ext cx="2755899" cy="1476642"/>
          </a:xfrm>
        </p:spPr>
        <p:txBody>
          <a:bodyPr/>
          <a:lstStyle/>
          <a:p>
            <a:endParaRPr lang="en-DE" dirty="0"/>
            <a:r>
              <a:rPr lang="en-US"/>
              <a:t>4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3B36D05-A0DC-E96E-C0B3-3D162E2B34C4}"/>
              </a:ext>
            </a:extLst>
          </p:cNvPr>
          <p:cNvSpPr txBox="1">
            <a:spLocks/>
          </p:cNvSpPr>
          <p:nvPr/>
        </p:nvSpPr>
        <p:spPr>
          <a:xfrm>
            <a:off x="1122977" y="2141550"/>
            <a:ext cx="7040880" cy="3750095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85800" lvl="1" indent="-4572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2200" dirty="0"/>
              <a:t>Billing Output @SAP — concatenate Mat. Desc + INSP with separator "| ".</a:t>
            </a:r>
          </a:p>
          <a:p>
            <a:pPr marL="685800" lvl="1" indent="-4572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</a:p>
          <a:p>
            <a:pPr marL="685800" lvl="1" indent="-4572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2200" dirty="0"/>
              <a:t>Form PGN / PXKDL / PXKNB @PP# — print the long product name.</a:t>
            </a:r>
          </a:p>
          <a:p>
            <a:pPr marL="685800" lvl="1" indent="-4572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</a:p>
          <a:p>
            <a:pPr marL="685800" lvl="1" indent="-4572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2200" dirty="0"/>
              <a:t>@VNPT — detect the separator "| " and lay out the long name on EIV.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49640" y="1600200"/>
            <a:ext cx="3063240" cy="4434840"/>
          </a:xfrm>
          <a:prstGeom prst="roundRect">
            <a:avLst>
              <a:gd name="adj" fmla="val 4500"/>
            </a:avLst>
          </a:prstGeom>
          <a:solidFill>
            <a:srgbClr val="FBE7EA"/>
          </a:solidFill>
          <a:ln w="15875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549640" y="1600200"/>
            <a:ext cx="3063240" cy="128016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750808" y="1920240"/>
            <a:ext cx="2660904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915400" y="205740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DEV SCOPE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68712" y="205740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BUILD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750808" y="2450592"/>
            <a:ext cx="2660904" cy="0"/>
          </a:xfrm>
          <a:prstGeom prst="line">
            <a:avLst/>
          </a:prstGeom>
          <a:ln w="9525">
            <a:solidFill>
              <a:srgbClr val="E9E9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0" y="260604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573768" y="2633472"/>
            <a:ext cx="165506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Calibri"/>
              </a:rPr>
              <a:t>Billing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73768" y="2907792"/>
            <a:ext cx="1655064" cy="14619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1" dirty="0">
                <a:solidFill>
                  <a:srgbClr val="6B6B6B"/>
                </a:solidFill>
                <a:latin typeface="Calibri"/>
              </a:rPr>
              <a:t>@SAP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50808" y="3291840"/>
            <a:ext cx="2660904" cy="0"/>
          </a:xfrm>
          <a:prstGeom prst="line">
            <a:avLst/>
          </a:prstGeom>
          <a:ln w="9525">
            <a:solidFill>
              <a:srgbClr val="E9E9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915400" y="342900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Forms PGN/PXKDL/PXKNB — @PP#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3730752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Separator handling — @VNPT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4507992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BE0028"/>
                </a:solidFill>
                <a:latin typeface="Calibri"/>
              </a:rPr>
              <a:t>DEVELOPMENT  ·  Three Parties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04020" y="5468112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IN PROGRESS</a:t>
            </a:r>
          </a:p>
        </p:txBody>
      </p:sp>
    </p:spTree>
    <p:extLst>
      <p:ext uri="{BB962C8B-B14F-4D97-AF65-F5344CB8AC3E}">
        <p14:creationId xmlns:p14="http://schemas.microsoft.com/office/powerpoint/2010/main" val="6178750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2EFCF-24EC-0CB8-4F2D-97DB705C16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530C52-A02E-8600-0AFF-987759C362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368301"/>
            <a:ext cx="8694738" cy="850900"/>
          </a:xfrm>
        </p:spPr>
        <p:txBody>
          <a:bodyPr vert="horz" wrap="square" lIns="91440" tIns="45720" rIns="91440" bIns="45720" rtlCol="0" anchor="t" anchorCtr="0">
            <a:normAutofit/>
          </a:bodyPr>
          <a:lstStyle/>
          <a:p>
            <a:r>
              <a:rPr lang="en-US"/>
              <a:t>Tóm lại – Summary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64E881-003A-883A-8D3B-F179F8DCC49A}"/>
              </a:ext>
            </a:extLst>
          </p:cNvPr>
          <p:cNvSpPr txBox="1"/>
          <p:nvPr/>
        </p:nvSpPr>
        <p:spPr>
          <a:xfrm>
            <a:off x="7953375" y="390832"/>
            <a:ext cx="2425189" cy="8736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 sz="2200"/>
            </a:pPr>
            <a:r>
              <a:rPr lang="en-US" sz="1400" dirty="0">
                <a:solidFill>
                  <a:srgbClr val="C0392B"/>
                </a:solidFill>
              </a:rPr>
              <a:t>CMIR › MG0156 › INSP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95ECEE9-E5E5-434D-CBB7-837665E3D4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2219680"/>
              </p:ext>
            </p:extLst>
          </p:nvPr>
        </p:nvGraphicFramePr>
        <p:xfrm>
          <a:off x="2307802" y="2206053"/>
          <a:ext cx="7576397" cy="356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587719579"/>
                    </a:ext>
                  </a:extLst>
                </a:gridCol>
                <a:gridCol w="3200000">
                  <a:extLst>
                    <a:ext uri="{9D8B030D-6E8A-4147-A177-3AD203B41FA5}">
                      <a16:colId xmlns:a16="http://schemas.microsoft.com/office/drawing/2014/main" val="4213131182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3476258394"/>
                    </a:ext>
                  </a:extLst>
                </a:gridCol>
                <a:gridCol w="1476397">
                  <a:extLst>
                    <a:ext uri="{9D8B030D-6E8A-4147-A177-3AD203B41FA5}">
                      <a16:colId xmlns:a16="http://schemas.microsoft.com/office/drawing/2014/main" val="3476258395"/>
                    </a:ext>
                  </a:extLst>
                </a:gridCol>
              </a:tblGrid>
              <a:tr h="700000">
                <a:tc>
                  <a:txBody>
                    <a:bodyPr/>
                    <a:lstStyle/>
                    <a:p>
                      <a:r>
                        <a:rPr lang="en-US" sz="2000"/>
                        <a:t>#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Item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Owner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Mode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543360433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r>
                        <a:rPr lang="en-US" sz="1800"/>
                        <a:t>1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Scope: all BU nationwide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Business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1800" b="1">
                          <a:solidFill>
                            <a:srgbClr val="BE0028"/>
                          </a:solidFill>
                        </a:rPr>
                        <a:t>Confirmed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691027757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r>
                        <a:rPr lang="en-US" sz="1800"/>
                        <a:t>2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Master data: CMIR, MG0156, INSP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Master Data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1800" b="1">
                          <a:solidFill>
                            <a:srgbClr val="BE0028"/>
                          </a:solidFill>
                        </a:rPr>
                        <a:t>Setup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137539947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r>
                        <a:rPr lang="en-US" sz="1800"/>
                        <a:t>3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Priority: CMIR › MG0156 › INSP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SAP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1800" b="1">
                          <a:solidFill>
                            <a:srgbClr val="BE0028"/>
                          </a:solidFill>
                        </a:rPr>
                        <a:t>Develop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137539948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r>
                        <a:rPr lang="en-US" sz="1800"/>
                        <a:t>4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Dentsply: remove CMIR records first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CIT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6B6B6B"/>
                          </a:solidFill>
                        </a:rPr>
                        <a:t>Action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2901581318"/>
                  </a:ext>
                </a:extLst>
              </a:tr>
            </a:tbl>
          </a:graphicData>
        </a:graphic>
      </p:graphicFrame>
      <p:pic>
        <p:nvPicPr>
          <p:cNvPr id="5" name="Picture 4" descr="icon2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1051560"/>
            <a:ext cx="685800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3738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220F2A2-1CE5-4796-BD41-F54CC9727B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86584" y="3493453"/>
            <a:ext cx="7701090" cy="849948"/>
          </a:xfrm>
        </p:spPr>
        <p:txBody>
          <a:bodyPr/>
          <a:lstStyle/>
          <a:p>
            <a:r>
              <a:rPr lang="en-GB" dirty="0"/>
              <a:t>Thank you for your attention</a:t>
            </a:r>
          </a:p>
        </p:txBody>
      </p:sp>
      <p:pic>
        <p:nvPicPr>
          <p:cNvPr id="6" name="Picture 5" descr="icon_thankyou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362456"/>
            <a:ext cx="1280160" cy="1280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319798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heme/theme1.xml><?xml version="1.0" encoding="utf-8"?>
<a:theme xmlns:a="http://schemas.openxmlformats.org/drawingml/2006/main" name="DKSH_Master">
  <a:themeElements>
    <a:clrScheme name="Custom 6">
      <a:dk1>
        <a:srgbClr val="1A1A1A"/>
      </a:dk1>
      <a:lt1>
        <a:srgbClr val="FFFFFF"/>
      </a:lt1>
      <a:dk2>
        <a:srgbClr val="98989A"/>
      </a:dk2>
      <a:lt2>
        <a:srgbClr val="BE0028"/>
      </a:lt2>
      <a:accent1>
        <a:srgbClr val="EF233C"/>
      </a:accent1>
      <a:accent2>
        <a:srgbClr val="90E0EF"/>
      </a:accent2>
      <a:accent3>
        <a:srgbClr val="00B3D8"/>
      </a:accent3>
      <a:accent4>
        <a:srgbClr val="0077B6"/>
      </a:accent4>
      <a:accent5>
        <a:srgbClr val="EBEBEB"/>
      </a:accent5>
      <a:accent6>
        <a:srgbClr val="CACACA"/>
      </a:accent6>
      <a:hlink>
        <a:srgbClr val="EF233C"/>
      </a:hlink>
      <a:folHlink>
        <a:srgbClr val="BE0028"/>
      </a:folHlink>
    </a:clrScheme>
    <a:fontScheme name="DKSH_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gray">
        <a:solidFill>
          <a:schemeClr val="accent2"/>
        </a:solidFill>
        <a:ln w="6350">
          <a:noFill/>
        </a:ln>
      </a:spPr>
      <a:bodyPr lIns="0" tIns="0" rIns="0" bIns="0" rtlCol="0" anchor="ctr" anchorCtr="0"/>
      <a:lstStyle>
        <a:defPPr algn="ctr">
          <a:lnSpc>
            <a:spcPct val="120000"/>
          </a:lnSpc>
          <a:defRPr sz="1200" dirty="0" err="1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spAutoFit/>
      </a:bodyPr>
      <a:lstStyle>
        <a:defPPr algn="l">
          <a:lnSpc>
            <a:spcPct val="120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custClrLst>
    <a:custClr name="Light tangerine">
      <a:srgbClr val="FFDC64"/>
    </a:custClr>
    <a:custClr name="Medium tangerine">
      <a:srgbClr val="FF9614"/>
    </a:custClr>
    <a:custClr name="Tangerine">
      <a:srgbClr val="FF6E32"/>
    </a:custClr>
    <a:custClr name="Light teal">
      <a:srgbClr val="4BD2D2"/>
    </a:custClr>
    <a:custClr name="Medium teal">
      <a:srgbClr val="008787"/>
    </a:custClr>
    <a:custClr name="Teal">
      <a:srgbClr val="005F5F"/>
    </a:custClr>
    <a:custClr name="Light purple">
      <a:srgbClr val="C8AADC"/>
    </a:custClr>
    <a:custClr name="Medium purple">
      <a:srgbClr val="8859A6"/>
    </a:custClr>
    <a:custClr name="Purple">
      <a:srgbClr val="643CA0"/>
    </a:custClr>
    <a:custClr>
      <a:srgbClr val="FFFFFF"/>
    </a:custClr>
    <a:custClr>
      <a:srgbClr val="FCEEB9"/>
    </a:custClr>
    <a:custClr>
      <a:srgbClr val="F7CD93"/>
    </a:custClr>
    <a:custClr>
      <a:srgbClr val="F4BA9E"/>
    </a:custClr>
    <a:custClr>
      <a:srgbClr val="B3E7E9"/>
    </a:custClr>
    <a:custClr>
      <a:srgbClr val="8FC2C3"/>
    </a:custClr>
    <a:custClr>
      <a:srgbClr val="8AAEAE"/>
    </a:custClr>
    <a:custClr>
      <a:srgbClr val="E1D5EC"/>
    </a:custClr>
    <a:custClr>
      <a:srgbClr val="C0ADD0"/>
    </a:custClr>
    <a:custClr>
      <a:srgbClr val="AE9FCC"/>
    </a:custClr>
    <a:custClr>
      <a:srgbClr val="FFFFFF"/>
    </a:custClr>
    <a:custClr>
      <a:srgbClr val="FBE697"/>
    </a:custClr>
    <a:custClr>
      <a:srgbClr val="F4B462"/>
    </a:custClr>
    <a:custClr>
      <a:srgbClr val="F0976F"/>
    </a:custClr>
    <a:custClr>
      <a:srgbClr val="90DCDE"/>
    </a:custClr>
    <a:custClr>
      <a:srgbClr val="5DA4A5"/>
    </a:custClr>
    <a:custClr>
      <a:srgbClr val="528586"/>
    </a:custClr>
    <a:custClr>
      <a:srgbClr val="D2C0E2"/>
    </a:custClr>
    <a:custClr>
      <a:srgbClr val="A084B9"/>
    </a:custClr>
    <a:custClr>
      <a:srgbClr val="856EB3"/>
    </a:custClr>
    <a:custClr>
      <a:srgbClr val="FFFFFF"/>
    </a:custClr>
  </a:custClrLst>
  <a:extLst>
    <a:ext uri="{05A4C25C-085E-4340-85A3-A5531E510DB2}">
      <thm15:themeFamily xmlns:thm15="http://schemas.microsoft.com/office/thememl/2012/main" name="Presentation4" id="{51D5A203-49A2-4617-9248-F60D6FBEE8ED}" vid="{C5A61CF2-52A9-4012-B07B-3EFF4D2EE951}"/>
    </a:ext>
  </a:extLst>
</a:theme>
</file>

<file path=ppt/theme/theme2.xml><?xml version="1.0" encoding="utf-8"?>
<a:theme xmlns:a="http://schemas.openxmlformats.org/drawingml/2006/main" name="Office Theme">
  <a:themeElements>
    <a:clrScheme name="DKSH">
      <a:dk1>
        <a:srgbClr val="000000"/>
      </a:dk1>
      <a:lt1>
        <a:srgbClr val="FFFFFF"/>
      </a:lt1>
      <a:dk2>
        <a:srgbClr val="98989A"/>
      </a:dk2>
      <a:lt2>
        <a:srgbClr val="AB1032"/>
      </a:lt2>
      <a:accent1>
        <a:srgbClr val="AB1032"/>
      </a:accent1>
      <a:accent2>
        <a:srgbClr val="98989A"/>
      </a:accent2>
      <a:accent3>
        <a:srgbClr val="B4B4B5"/>
      </a:accent3>
      <a:accent4>
        <a:srgbClr val="CFCFD0"/>
      </a:accent4>
      <a:accent5>
        <a:srgbClr val="EBEBEB"/>
      </a:accent5>
      <a:accent6>
        <a:srgbClr val="000000"/>
      </a:accent6>
      <a:hlink>
        <a:srgbClr val="AB1032"/>
      </a:hlink>
      <a:folHlink>
        <a:srgbClr val="670F31"/>
      </a:folHlink>
    </a:clrScheme>
    <a:fontScheme name="Arial DKSH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gray">
        <a:solidFill>
          <a:schemeClr val="accent1"/>
        </a:solidFill>
        <a:ln w="6350">
          <a:noFill/>
        </a:ln>
      </a:spPr>
      <a:bodyPr rtlCol="0" anchor="ctr"/>
      <a:lstStyle>
        <a:defPPr algn="ctr">
          <a:defRPr sz="170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63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spAutoFit/>
      </a:bodyPr>
      <a:lstStyle>
        <a:defPPr algn="l">
          <a:defRPr sz="1700" dirty="0" err="1" smtClean="0">
            <a:solidFill>
              <a:schemeClr val="tx1"/>
            </a:solidFill>
          </a:defRPr>
        </a:defPPr>
      </a:lstStyle>
    </a:txDef>
  </a:objectDefaults>
  <a:extraClrSchemeLst/>
  <a:custClrLst>
    <a:custClr name="Custom01">
      <a:srgbClr val="AB1032"/>
    </a:custClr>
    <a:custClr name="Custom02">
      <a:srgbClr val="98989A"/>
    </a:custClr>
    <a:custClr name="Custom03">
      <a:srgbClr val="B4B4B5"/>
    </a:custClr>
    <a:custClr name="Custom04">
      <a:srgbClr val="CFCFD0"/>
    </a:custClr>
    <a:custClr name="Custom05">
      <a:srgbClr val="EBEBEB"/>
    </a:custClr>
    <a:custClr name="Custom06">
      <a:srgbClr val="000000"/>
    </a:custClr>
    <a:custClr name="Custom07">
      <a:srgbClr val="FFFFFF"/>
    </a:custClr>
    <a:custClr name="Custom08">
      <a:srgbClr val="FFFFFF"/>
    </a:custClr>
    <a:custClr name="Custom09">
      <a:srgbClr val="FFFFFF"/>
    </a:custClr>
    <a:custClr name="Custom10">
      <a:srgbClr val="FFFFFF"/>
    </a:custClr>
    <a:custClr name="Custom11">
      <a:srgbClr val="6A1C2B"/>
    </a:custClr>
    <a:custClr name="Custom12">
      <a:srgbClr val="DD9517"/>
    </a:custClr>
    <a:custClr name="Custom13">
      <a:srgbClr val="DFA08A"/>
    </a:custClr>
    <a:custClr name="Custom14">
      <a:srgbClr val="EEC52A"/>
    </a:custClr>
    <a:custClr name="Custom15">
      <a:srgbClr val="A67780"/>
    </a:custClr>
    <a:custClr name="Custom16">
      <a:srgbClr val="ECC074"/>
    </a:custClr>
    <a:custClr name="Custom17">
      <a:srgbClr val="EDC7BA"/>
    </a:custClr>
    <a:custClr name="Custom18">
      <a:srgbClr val="F6DD80"/>
    </a:custClr>
    <a:custClr name="Custom19">
      <a:srgbClr val="FFFFFF"/>
    </a:custClr>
    <a:custClr name="Custom20">
      <a:srgbClr val="FFFFFF"/>
    </a:custClr>
    <a:custClr name="Custom21">
      <a:srgbClr val="0F3C28"/>
    </a:custClr>
    <a:custClr name="Custom22">
      <a:srgbClr val="B4C95F"/>
    </a:custClr>
    <a:custClr name="Custom23">
      <a:srgbClr val="008574"/>
    </a:custClr>
    <a:custClr name="Custom24">
      <a:srgbClr val="A4CCBF"/>
    </a:custClr>
    <a:custClr name="Custom25">
      <a:srgbClr val="6F8B7E"/>
    </a:custClr>
    <a:custClr name="Custom26">
      <a:srgbClr val="D3DFA0"/>
    </a:custClr>
    <a:custClr name="Custom27">
      <a:srgbClr val="66B7AC"/>
    </a:custClr>
    <a:custClr name="Custom28">
      <a:srgbClr val="C9E1D9"/>
    </a:custClr>
    <a:custClr name="Custom29">
      <a:srgbClr val="FFFFFF"/>
    </a:custClr>
    <a:custClr name="Custom30">
      <a:srgbClr val="FFFFFF"/>
    </a:custClr>
    <a:custClr name="Custom31">
      <a:srgbClr val="112851"/>
    </a:custClr>
    <a:custClr name="Custom32">
      <a:srgbClr val="ADC4E3"/>
    </a:custClr>
    <a:custClr name="Custom33">
      <a:srgbClr val="0069AF"/>
    </a:custClr>
    <a:custClr name="Custom34">
      <a:srgbClr val="9BCCE0"/>
    </a:custClr>
    <a:custClr name="Custom35">
      <a:srgbClr val="717E97"/>
    </a:custClr>
    <a:custClr name="Custom36">
      <a:srgbClr val="CFDCEF"/>
    </a:custClr>
    <a:custClr name="Custom37">
      <a:srgbClr val="66A6CF"/>
    </a:custClr>
    <a:custClr name="Custom38">
      <a:srgbClr val="C4E1ED"/>
    </a:custClr>
    <a:custClr name="Custom39">
      <a:srgbClr val="FFFFFF"/>
    </a:custClr>
    <a:custClr name="Custom40">
      <a:srgbClr val="FFFFFF"/>
    </a:custClr>
    <a:custClr name="Custom41">
      <a:srgbClr val="4E1E4A"/>
    </a:custClr>
    <a:custClr name="Custom42">
      <a:srgbClr val="B29CC3"/>
    </a:custClr>
    <a:custClr name="Custom43">
      <a:srgbClr val="544F80"/>
    </a:custClr>
    <a:custClr name="Custom44">
      <a:srgbClr val="CECFE3"/>
    </a:custClr>
    <a:custClr name="Custom45">
      <a:srgbClr val="957893"/>
    </a:custClr>
    <a:custClr name="Custom46">
      <a:srgbClr val="9996B3"/>
    </a:custClr>
    <a:custClr name="Custom47">
      <a:srgbClr val="D2C4DC"/>
    </a:custClr>
    <a:custClr name="Custom48">
      <a:srgbClr val="E2E3EF"/>
    </a:custClr>
    <a:custClr name="Custom47">
      <a:srgbClr val="FFFFFF"/>
    </a:custClr>
    <a:custClr name="Custom48">
      <a:srgbClr val="FFFFFF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DKSH">
      <a:dk1>
        <a:srgbClr val="000000"/>
      </a:dk1>
      <a:lt1>
        <a:srgbClr val="FFFFFF"/>
      </a:lt1>
      <a:dk2>
        <a:srgbClr val="98989A"/>
      </a:dk2>
      <a:lt2>
        <a:srgbClr val="AB1032"/>
      </a:lt2>
      <a:accent1>
        <a:srgbClr val="AB1032"/>
      </a:accent1>
      <a:accent2>
        <a:srgbClr val="98989A"/>
      </a:accent2>
      <a:accent3>
        <a:srgbClr val="B4B4B5"/>
      </a:accent3>
      <a:accent4>
        <a:srgbClr val="CFCFD0"/>
      </a:accent4>
      <a:accent5>
        <a:srgbClr val="EBEBEB"/>
      </a:accent5>
      <a:accent6>
        <a:srgbClr val="000000"/>
      </a:accent6>
      <a:hlink>
        <a:srgbClr val="AB1032"/>
      </a:hlink>
      <a:folHlink>
        <a:srgbClr val="670F31"/>
      </a:folHlink>
    </a:clrScheme>
    <a:fontScheme name="Arial DKSH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gray">
        <a:solidFill>
          <a:schemeClr val="accent1"/>
        </a:solidFill>
        <a:ln w="6350">
          <a:noFill/>
        </a:ln>
      </a:spPr>
      <a:bodyPr rtlCol="0" anchor="ctr"/>
      <a:lstStyle>
        <a:defPPr algn="ctr">
          <a:defRPr sz="17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63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spAutoFit/>
      </a:bodyPr>
      <a:lstStyle>
        <a:defPPr algn="l">
          <a:defRPr sz="1700" dirty="0" err="1" smtClean="0"/>
        </a:defPPr>
      </a:lstStyle>
    </a:txDef>
  </a:objectDefaults>
  <a:extraClrSchemeLst/>
  <a:custClrLst>
    <a:custClr name="Custom01">
      <a:srgbClr val="AB1032"/>
    </a:custClr>
    <a:custClr name="Custom02">
      <a:srgbClr val="98989A"/>
    </a:custClr>
    <a:custClr name="Custom03">
      <a:srgbClr val="B4B4B5"/>
    </a:custClr>
    <a:custClr name="Custom04">
      <a:srgbClr val="CFCFD0"/>
    </a:custClr>
    <a:custClr name="Custom05">
      <a:srgbClr val="EBEBEB"/>
    </a:custClr>
    <a:custClr name="Custom06">
      <a:srgbClr val="000000"/>
    </a:custClr>
    <a:custClr name="Custom07">
      <a:srgbClr val="FFFFFF"/>
    </a:custClr>
    <a:custClr name="Custom08">
      <a:srgbClr val="FFFFFF"/>
    </a:custClr>
    <a:custClr name="Custom09">
      <a:srgbClr val="FFFFFF"/>
    </a:custClr>
    <a:custClr name="Custom10">
      <a:srgbClr val="FFFFFF"/>
    </a:custClr>
    <a:custClr name="Custom11">
      <a:srgbClr val="6A1C2B"/>
    </a:custClr>
    <a:custClr name="Custom12">
      <a:srgbClr val="DD9517"/>
    </a:custClr>
    <a:custClr name="Custom13">
      <a:srgbClr val="DFA08A"/>
    </a:custClr>
    <a:custClr name="Custom14">
      <a:srgbClr val="EEC52A"/>
    </a:custClr>
    <a:custClr name="Custom15">
      <a:srgbClr val="A67780"/>
    </a:custClr>
    <a:custClr name="Custom16">
      <a:srgbClr val="ECC074"/>
    </a:custClr>
    <a:custClr name="Custom17">
      <a:srgbClr val="EDC7BA"/>
    </a:custClr>
    <a:custClr name="Custom18">
      <a:srgbClr val="F6DD80"/>
    </a:custClr>
    <a:custClr name="Custom19">
      <a:srgbClr val="FFFFFF"/>
    </a:custClr>
    <a:custClr name="Custom20">
      <a:srgbClr val="FFFFFF"/>
    </a:custClr>
    <a:custClr name="Custom21">
      <a:srgbClr val="0F3C28"/>
    </a:custClr>
    <a:custClr name="Custom22">
      <a:srgbClr val="B4C95F"/>
    </a:custClr>
    <a:custClr name="Custom23">
      <a:srgbClr val="008574"/>
    </a:custClr>
    <a:custClr name="Custom24">
      <a:srgbClr val="A4CCBF"/>
    </a:custClr>
    <a:custClr name="Custom25">
      <a:srgbClr val="6F8B7E"/>
    </a:custClr>
    <a:custClr name="Custom26">
      <a:srgbClr val="D3DFA0"/>
    </a:custClr>
    <a:custClr name="Custom27">
      <a:srgbClr val="66B7AC"/>
    </a:custClr>
    <a:custClr name="Custom28">
      <a:srgbClr val="C9E1D9"/>
    </a:custClr>
    <a:custClr name="Custom29">
      <a:srgbClr val="FFFFFF"/>
    </a:custClr>
    <a:custClr name="Custom30">
      <a:srgbClr val="FFFFFF"/>
    </a:custClr>
    <a:custClr name="Custom31">
      <a:srgbClr val="112851"/>
    </a:custClr>
    <a:custClr name="Custom32">
      <a:srgbClr val="ADC4E3"/>
    </a:custClr>
    <a:custClr name="Custom33">
      <a:srgbClr val="0069AF"/>
    </a:custClr>
    <a:custClr name="Custom34">
      <a:srgbClr val="9BCCE0"/>
    </a:custClr>
    <a:custClr name="Custom35">
      <a:srgbClr val="717E97"/>
    </a:custClr>
    <a:custClr name="Custom36">
      <a:srgbClr val="CFDCEF"/>
    </a:custClr>
    <a:custClr name="Custom37">
      <a:srgbClr val="66A6CF"/>
    </a:custClr>
    <a:custClr name="Custom38">
      <a:srgbClr val="C4E1ED"/>
    </a:custClr>
    <a:custClr name="Custom39">
      <a:srgbClr val="FFFFFF"/>
    </a:custClr>
    <a:custClr name="Custom40">
      <a:srgbClr val="FFFFFF"/>
    </a:custClr>
    <a:custClr name="Custom41">
      <a:srgbClr val="4E1E4A"/>
    </a:custClr>
    <a:custClr name="Custom42">
      <a:srgbClr val="B29CC3"/>
    </a:custClr>
    <a:custClr name="Custom43">
      <a:srgbClr val="544F80"/>
    </a:custClr>
    <a:custClr name="Custom44">
      <a:srgbClr val="CECFE3"/>
    </a:custClr>
    <a:custClr name="Custom45">
      <a:srgbClr val="957893"/>
    </a:custClr>
    <a:custClr name="Custom46">
      <a:srgbClr val="9996B3"/>
    </a:custClr>
    <a:custClr name="Custom47">
      <a:srgbClr val="D2C4DC"/>
    </a:custClr>
    <a:custClr name="Custom48">
      <a:srgbClr val="E2E3EF"/>
    </a:custClr>
    <a:custClr name="Custom47">
      <a:srgbClr val="FFFFFF"/>
    </a:custClr>
    <a:custClr name="Custom48">
      <a:srgbClr val="FFFFFF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TaxCatchAll xmlns="746ad845-94ec-4f70-9f62-3f80a6b5b424" xsi:nil="true"/>
    <_ip_UnifiedCompliancePolicyProperties xmlns="http://schemas.microsoft.com/sharepoint/v3" xsi:nil="true"/>
    <lcf76f155ced4ddcb4097134ff3c332f xmlns="d27e226b-4aea-439d-b8f1-8fe513f74ea6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D43DC2E98BDF7B4799256B41E2F50B89" ma:contentTypeVersion="21" ma:contentTypeDescription="Ein neues Dokument erstellen." ma:contentTypeScope="" ma:versionID="4811ca96f43c04fb7b242ce0e1582e31">
  <xsd:schema xmlns:xsd="http://www.w3.org/2001/XMLSchema" xmlns:xs="http://www.w3.org/2001/XMLSchema" xmlns:p="http://schemas.microsoft.com/office/2006/metadata/properties" xmlns:ns1="http://schemas.microsoft.com/sharepoint/v3" xmlns:ns2="d27e226b-4aea-439d-b8f1-8fe513f74ea6" xmlns:ns3="746ad845-94ec-4f70-9f62-3f80a6b5b424" targetNamespace="http://schemas.microsoft.com/office/2006/metadata/properties" ma:root="true" ma:fieldsID="e22dc02be9984599e04ad68c3067a95d" ns1:_="" ns2:_="" ns3:_="">
    <xsd:import namespace="http://schemas.microsoft.com/sharepoint/v3"/>
    <xsd:import namespace="d27e226b-4aea-439d-b8f1-8fe513f74ea6"/>
    <xsd:import namespace="746ad845-94ec-4f70-9f62-3f80a6b5b42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1:_ip_UnifiedCompliancePolicyProperties" minOccurs="0"/>
                <xsd:element ref="ns1:_ip_UnifiedCompliancePolicyUIAction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4" nillable="true" ma:displayName="Eigenschaften der einheitlichen Compliancerichtlinie" ma:hidden="true" ma:internalName="_ip_UnifiedCompliancePolicyProperties">
      <xsd:simpleType>
        <xsd:restriction base="dms:Note"/>
      </xsd:simpleType>
    </xsd:element>
    <xsd:element name="_ip_UnifiedCompliancePolicyUIAction" ma:index="25" nillable="true" ma:displayName="UI-Aktion der einheitlichen Compliancerichtlinie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27e226b-4aea-439d-b8f1-8fe513f74ea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Bildmarkierungen" ma:readOnly="false" ma:fieldId="{5cf76f15-5ced-4ddc-b409-7134ff3c332f}" ma:taxonomyMulti="true" ma:sspId="ef8d2aa8-a971-4aba-b3a2-0227a6ae34c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6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7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8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46ad845-94ec-4f70-9f62-3f80a6b5b424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b7ca192a-e114-45e0-b018-c612b9242882}" ma:internalName="TaxCatchAll" ma:showField="CatchAllData" ma:web="746ad845-94ec-4f70-9f62-3f80a6b5b42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1F8B3B5-2B60-4E27-9480-39C3B1CC5D7D}">
  <ds:schemaRefs>
    <ds:schemaRef ds:uri="d27e226b-4aea-439d-b8f1-8fe513f74ea6"/>
    <ds:schemaRef ds:uri="746ad845-94ec-4f70-9f62-3f80a6b5b424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schemas.openxmlformats.org/package/2006/metadata/core-properties"/>
    <ds:schemaRef ds:uri="http://purl.org/dc/terms/"/>
    <ds:schemaRef ds:uri="http://schemas.microsoft.com/sharepoint/v3"/>
    <ds:schemaRef ds:uri="http://schemas.microsoft.com/office/infopath/2007/PartnerControls"/>
    <ds:schemaRef ds:uri="http://www.w3.org/XML/1998/namespace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528304B2-03FB-4A45-8A93-7AB658DC01A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4184E39-1E78-40E1-B071-E21673C2310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d27e226b-4aea-439d-b8f1-8fe513f74ea6"/>
    <ds:schemaRef ds:uri="746ad845-94ec-4f70-9f62-3f80a6b5b42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DKSH Template_2026.02</Template>
  <TotalTime>48</TotalTime>
  <Words>415</Words>
  <Application>Microsoft Office PowerPoint</Application>
  <PresentationFormat>Widescreen</PresentationFormat>
  <Paragraphs>92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Wingdings</vt:lpstr>
      <vt:lpstr>DKSH_Master</vt:lpstr>
      <vt:lpstr>DEFAULT EXCLUDE 4PL FOR NEW CUSTOMER L’ OREAL</vt:lpstr>
      <vt:lpstr>Process Overview</vt:lpstr>
      <vt:lpstr>Auto get new customer code</vt:lpstr>
      <vt:lpstr>Auto raise Nova Ticket – exclude request</vt:lpstr>
      <vt:lpstr>Auto install SAP exclude</vt:lpstr>
      <vt:lpstr>Closing Nova ticket</vt:lpstr>
      <vt:lpstr>Roles &amp; Responsibilities Summary</vt:lpstr>
      <vt:lpstr>Thank you for your attention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Thanh Nguyen Vu</dc:creator>
  <cp:lastModifiedBy>Thuan Tran Quang</cp:lastModifiedBy>
  <cp:revision>14</cp:revision>
  <dcterms:created xsi:type="dcterms:W3CDTF">2026-07-20T03:55:42Z</dcterms:created>
  <dcterms:modified xsi:type="dcterms:W3CDTF">2026-08-11T03:42:13Z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0x010100D43DC2E98BDF7B4799256B41E2F50B89</vt:lpwstr>
  </property>
  <property fmtid="{D5CDD505-2E9C-101B-9397-08002B2CF9AE}" pid="3" name="_dlc_DocIdItemGuid">
    <vt:lpwstr>b3e197ff-08f3-4ff8-b0bb-b5595a57bd17</vt:lpwstr>
  </property>
  <property fmtid="{D5CDD505-2E9C-101B-9397-08002B2CF9AE}" pid="4" name="MediaServiceImageTags">
    <vt:lpwstr/>
  </property>
</Properties>
</file>