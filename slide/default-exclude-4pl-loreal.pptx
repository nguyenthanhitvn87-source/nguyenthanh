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B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A3DA"/>
          </a:solidFill>
          <a:ln w="12700">
            <a:solidFill>
              <a:srgbClr val="00A3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4370832" cy="6858000"/>
          </a:xfrm>
          <a:prstGeom prst="rect">
            <a:avLst/>
          </a:prstGeom>
          <a:solidFill>
            <a:srgbClr val="F0323C"/>
          </a:solidFill>
          <a:ln w="12700">
            <a:solidFill>
              <a:srgbClr val="F032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AB0A2E"/>
          </a:solidFill>
          <a:ln w="12700">
            <a:solidFill>
              <a:srgbClr val="AB0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0" y="2560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DKSH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002536" y="1801368"/>
            <a:ext cx="1133856" cy="1426464"/>
          </a:xfrm>
          <a:prstGeom prst="lightningBol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0764" y="15773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00884" y="15773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1004" y="157734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0764" y="24460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1004" y="24460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0764" y="33147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0884" y="33147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1004" y="33147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7216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394960" y="11887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EXCLUDE 4PL FOR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 L' OREAL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94960" y="31546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Owner: Luong Ngoc Truong, HEC Sales Manager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Owner: Tran Quang Thuan, IT CSSC Vietnam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Owner: Nguyen Vu Thanh, IT CSSC Vietnam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4389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HCMC, 10 Aug 2026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61996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Growth – in Asia and Beyond.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2026-08-11T03:49:40Z</dcterms:created>
  <dcterms:modified xsi:type="dcterms:W3CDTF">2026-08-11T03:49:40Z</dcterms:modified>
</cp:coreProperties>
</file>