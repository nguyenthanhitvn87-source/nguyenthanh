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44" r:id="rId4"/>
  </p:sldMasterIdLst>
  <p:notesMasterIdLst>
    <p:notesMasterId r:id="rId13"/>
  </p:notesMasterIdLst>
  <p:handoutMasterIdLst>
    <p:handoutMasterId r:id="rId14"/>
  </p:handoutMasterIdLst>
  <p:sldIdLst>
    <p:sldId id="309" r:id="rId5"/>
    <p:sldId id="311" r:id="rId6"/>
    <p:sldId id="314" r:id="rId7"/>
    <p:sldId id="319" r:id="rId8"/>
    <p:sldId id="320" r:id="rId9"/>
    <p:sldId id="321" r:id="rId10"/>
    <p:sldId id="274" r:id="rId11"/>
    <p:sldId id="313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B98B3B-21F7-9A84-489D-7F913B12E946}" name="Celestine Wei Tian Neo" initials="CN" userId="S::celestine.neo@dksh.com::a6852a77-a04a-438b-b096-fb3275b34801" providerId="AD"/>
  <p188:author id="{3AAC2654-3856-9C0C-3A47-1D9CCDC7035A}" name="Irene YR Chen" initials="IC" userId="S::irene.yr.chen@dksh.com::a0b46fcf-6063-4c0e-a1de-e9d20d490ee1" providerId="AD"/>
  <p188:author id="{9CE2706B-1232-0461-01D1-82FAE486B62F}" name="Christina Fischoeder" initials="CF" userId="S::christina.fischoeder@dksh.com::21686f65-68ab-4c0b-943f-d1389f1ec9b3" providerId="AD"/>
  <p188:author id="{9DBAD58C-94D0-095B-043B-6E5A31D21EED}" name="Tadporn Wudhinan" initials="TW" userId="S::tadporn.w@dksh.com::51ded03f-5287-4f3f-9115-4909e154be93" providerId="AD"/>
  <p188:author id="{902CF5C7-7AD6-250C-04FC-6B76D4288A3C}" name="Daniel Hollister" initials="DH" userId="S::daniel.hollister@dksh.com::f263fcf9-3052-4c95-a72a-ba3fdf74fc5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0EF"/>
    <a:srgbClr val="E2E3EF"/>
    <a:srgbClr val="D2C4DC"/>
    <a:srgbClr val="9996B3"/>
    <a:srgbClr val="957893"/>
    <a:srgbClr val="CECFE3"/>
    <a:srgbClr val="544F80"/>
    <a:srgbClr val="B29CC3"/>
    <a:srgbClr val="4E1E4A"/>
    <a:srgbClr val="C4E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tags" Target="tags/tag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83E861-02CD-4BA1-9F96-6CAD2A207A23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66B794-DC3D-4325-8DC9-DB091B9293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C06BF-C2C7-460A-92E8-A7999537D676}" type="datetimeFigureOut">
              <a:rPr lang="en-US" sz="1000" smtClean="0">
                <a:solidFill>
                  <a:schemeClr val="tx2"/>
                </a:solidFill>
              </a:rPr>
              <a:t>11-08-2026</a:t>
            </a:fld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CFCB8-CF3D-49C0-A2BC-1EBF7CCE65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54429-D597-464B-A554-C0925ED921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EAA8E-D742-4B15-8EC1-3BE2620670A6}" type="slidenum">
              <a:rPr lang="en-US" sz="1000" smtClean="0">
                <a:solidFill>
                  <a:schemeClr val="tx2"/>
                </a:solidFill>
              </a:rPr>
              <a:t>‹#›</a:t>
            </a:fld>
            <a:endParaRPr lang="en-US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6160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BA59266D-4678-4875-94E9-6CFF204ECF22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D78E246-74D0-4A8E-8B33-CCB6F9F4D2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154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lnSpc>
        <a:spcPct val="110000"/>
      </a:lnSpc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buClr>
        <a:schemeClr val="tx1"/>
      </a:buClr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10000"/>
      </a:lnSpc>
      <a:buClr>
        <a:schemeClr val="tx1"/>
      </a:buClr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360000" indent="-180000" algn="l" defTabSz="914400" rtl="0" eaLnBrk="1" latinLnBrk="0" hangingPunct="1">
      <a:lnSpc>
        <a:spcPct val="110000"/>
      </a:lnSpc>
      <a:buClr>
        <a:schemeClr val="tx1"/>
      </a:buClr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w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2EEC271-9F5C-FF43-8855-28849487B506}"/>
              </a:ext>
            </a:extLst>
          </p:cNvPr>
          <p:cNvSpPr/>
          <p:nvPr userDrawn="1"/>
        </p:nvSpPr>
        <p:spPr bwMode="gray">
          <a:xfrm>
            <a:off x="4718872" y="-135"/>
            <a:ext cx="7473127" cy="6858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EA84D12-9A33-3C4A-9A17-CCB8F530BDDC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1" name="Rechteck 11">
            <a:extLst>
              <a:ext uri="{FF2B5EF4-FFF2-40B4-BE49-F238E27FC236}">
                <a16:creationId xmlns:a16="http://schemas.microsoft.com/office/drawing/2014/main" id="{787E8961-0EF2-B148-A138-0367A7AE7B07}"/>
              </a:ext>
            </a:extLst>
          </p:cNvPr>
          <p:cNvSpPr/>
          <p:nvPr userDrawn="1"/>
        </p:nvSpPr>
        <p:spPr bwMode="gray">
          <a:xfrm>
            <a:off x="364587" y="-135"/>
            <a:ext cx="4354285" cy="6858069"/>
          </a:xfrm>
          <a:prstGeom prst="rect">
            <a:avLst/>
          </a:prstGeom>
          <a:solidFill>
            <a:srgbClr val="EF233C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9F1826-8E47-4E47-9067-10AEBF150D74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380522" y="1032545"/>
            <a:ext cx="6441592" cy="1783680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039C98C-EF78-3345-B78B-B9CB375371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80523" y="3524635"/>
            <a:ext cx="6441592" cy="586800"/>
          </a:xfrm>
        </p:spPr>
        <p:txBody>
          <a:bodyPr lIns="144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0" indent="0" algn="l">
              <a:buNone/>
              <a:defRPr sz="1700" b="1"/>
            </a:lvl2pPr>
            <a:lvl3pPr marL="0" indent="0" algn="l">
              <a:buNone/>
              <a:defRPr sz="1700" b="1">
                <a:solidFill>
                  <a:schemeClr val="tx1"/>
                </a:solidFill>
              </a:defRPr>
            </a:lvl3pPr>
            <a:lvl4pPr marL="0" indent="0" algn="l">
              <a:buNone/>
              <a:defRPr sz="1700" b="1">
                <a:solidFill>
                  <a:schemeClr val="tx1"/>
                </a:solidFill>
              </a:defRPr>
            </a:lvl4pPr>
            <a:lvl5pPr marL="0" indent="0" algn="l">
              <a:buNone/>
              <a:defRPr sz="1700" b="1">
                <a:solidFill>
                  <a:schemeClr val="tx1"/>
                </a:solidFill>
              </a:defRPr>
            </a:lvl5pPr>
            <a:lvl6pPr marL="0" indent="0" algn="l">
              <a:buNone/>
              <a:defRPr sz="1700" b="1">
                <a:solidFill>
                  <a:schemeClr val="tx1"/>
                </a:solidFill>
              </a:defRPr>
            </a:lvl6pPr>
            <a:lvl7pPr marL="0" indent="0" algn="l">
              <a:buNone/>
              <a:defRPr sz="1700" b="1"/>
            </a:lvl7pPr>
            <a:lvl8pPr marL="0" indent="0" algn="l">
              <a:buNone/>
              <a:defRPr sz="1700" b="1">
                <a:solidFill>
                  <a:schemeClr val="tx1"/>
                </a:solidFill>
              </a:defRPr>
            </a:lvl8pPr>
            <a:lvl9pPr marL="0" indent="0" algn="l">
              <a:buNone/>
              <a:defRPr sz="1700" b="1"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For client name, title, company</a:t>
            </a:r>
            <a:br>
              <a:rPr lang="en-US" dirty="0"/>
            </a:br>
            <a:r>
              <a:rPr lang="en-US" dirty="0"/>
              <a:t>By presenter’s name,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B05F67F9-13A6-3C42-B274-6F38196638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80329" y="4322354"/>
            <a:ext cx="6441045" cy="543600"/>
          </a:xfrm>
        </p:spPr>
        <p:txBody>
          <a:bodyPr lIns="144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1700"/>
            </a:lvl2pPr>
            <a:lvl3pPr marL="0" indent="0">
              <a:lnSpc>
                <a:spcPct val="100000"/>
              </a:lnSpc>
              <a:buNone/>
              <a:defRPr sz="1700"/>
            </a:lvl3pPr>
            <a:lvl4pPr marL="0" indent="0">
              <a:lnSpc>
                <a:spcPct val="100000"/>
              </a:lnSpc>
              <a:buNone/>
              <a:defRPr sz="1700"/>
            </a:lvl4pPr>
            <a:lvl5pPr marL="0" indent="0">
              <a:lnSpc>
                <a:spcPct val="100000"/>
              </a:lnSpc>
              <a:buNone/>
              <a:defRPr sz="1700"/>
            </a:lvl5pPr>
            <a:lvl6pPr marL="0" indent="0">
              <a:lnSpc>
                <a:spcPct val="100000"/>
              </a:lnSpc>
              <a:buNone/>
              <a:defRPr sz="1700"/>
            </a:lvl6pPr>
            <a:lvl7pPr marL="0" indent="0">
              <a:lnSpc>
                <a:spcPct val="100000"/>
              </a:lnSpc>
              <a:buNone/>
              <a:defRPr sz="1700"/>
            </a:lvl7pPr>
            <a:lvl8pPr marL="0" indent="0">
              <a:lnSpc>
                <a:spcPct val="100000"/>
              </a:lnSpc>
              <a:buNone/>
              <a:defRPr sz="1700"/>
            </a:lvl8pPr>
            <a:lvl9pPr marL="0" indent="0">
              <a:lnSpc>
                <a:spcPct val="100000"/>
              </a:lnSpc>
              <a:buNone/>
              <a:defRPr sz="1700"/>
            </a:lvl9pPr>
          </a:lstStyle>
          <a:p>
            <a:pPr lvl="0"/>
            <a:r>
              <a:rPr lang="en-US" dirty="0"/>
              <a:t>Place, Date</a:t>
            </a:r>
          </a:p>
        </p:txBody>
      </p:sp>
      <p:sp>
        <p:nvSpPr>
          <p:cNvPr id="15" name="Untertitel 3">
            <a:extLst>
              <a:ext uri="{FF2B5EF4-FFF2-40B4-BE49-F238E27FC236}">
                <a16:creationId xmlns:a16="http://schemas.microsoft.com/office/drawing/2014/main" id="{8ECD9D78-3D3A-534F-AC44-9204F40EF8F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408154" y="6315162"/>
            <a:ext cx="3310402" cy="238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/>
              <a:t>Delivering Growth – in Asia and Beyond.</a:t>
            </a:r>
            <a:endParaRPr lang="de-DE" sz="1300" b="0"/>
          </a:p>
        </p:txBody>
      </p:sp>
      <p:pic>
        <p:nvPicPr>
          <p:cNvPr id="16" name="Grafik 13">
            <a:extLst>
              <a:ext uri="{FF2B5EF4-FFF2-40B4-BE49-F238E27FC236}">
                <a16:creationId xmlns:a16="http://schemas.microsoft.com/office/drawing/2014/main" id="{8B52E940-5164-734C-B94B-8D096A83B3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21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8">
            <a:extLst>
              <a:ext uri="{FF2B5EF4-FFF2-40B4-BE49-F238E27FC236}">
                <a16:creationId xmlns:a16="http://schemas.microsoft.com/office/drawing/2014/main" id="{3FA93B96-51F2-2A41-8D00-546096AF903D}"/>
              </a:ext>
            </a:extLst>
          </p:cNvPr>
          <p:cNvSpPr/>
          <p:nvPr userDrawn="1"/>
        </p:nvSpPr>
        <p:spPr bwMode="gray">
          <a:xfrm>
            <a:off x="4718872" y="-135"/>
            <a:ext cx="7473127" cy="6858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0D5C77D2-DF25-E640-BBD4-7C5F2FF355CF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D0634AB-6B20-8C49-88BF-54A67CB86554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380522" y="1032545"/>
            <a:ext cx="6441592" cy="1783680"/>
          </a:xfrm>
        </p:spPr>
        <p:txBody>
          <a:bodyPr anchor="b" anchorCtr="0"/>
          <a:lstStyle>
            <a:lvl1pPr algn="l">
              <a:lnSpc>
                <a:spcPct val="10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217AD9B9-9058-6148-9703-B8262BC138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380523" y="3524635"/>
            <a:ext cx="6441592" cy="586800"/>
          </a:xfrm>
        </p:spPr>
        <p:txBody>
          <a:bodyPr lIns="1440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0" indent="0" algn="l">
              <a:buNone/>
              <a:defRPr sz="1700" b="1"/>
            </a:lvl2pPr>
            <a:lvl3pPr marL="0" indent="0" algn="l">
              <a:buNone/>
              <a:defRPr sz="1700" b="1">
                <a:solidFill>
                  <a:schemeClr val="tx1"/>
                </a:solidFill>
              </a:defRPr>
            </a:lvl3pPr>
            <a:lvl4pPr marL="0" indent="0" algn="l">
              <a:buNone/>
              <a:defRPr sz="1700" b="1">
                <a:solidFill>
                  <a:schemeClr val="tx1"/>
                </a:solidFill>
              </a:defRPr>
            </a:lvl4pPr>
            <a:lvl5pPr marL="0" indent="0" algn="l">
              <a:buNone/>
              <a:defRPr sz="1700" b="1">
                <a:solidFill>
                  <a:schemeClr val="tx1"/>
                </a:solidFill>
              </a:defRPr>
            </a:lvl5pPr>
            <a:lvl6pPr marL="0" indent="0" algn="l">
              <a:buNone/>
              <a:defRPr sz="1700" b="1">
                <a:solidFill>
                  <a:schemeClr val="tx1"/>
                </a:solidFill>
              </a:defRPr>
            </a:lvl6pPr>
            <a:lvl7pPr marL="0" indent="0" algn="l">
              <a:buNone/>
              <a:defRPr sz="1700" b="1"/>
            </a:lvl7pPr>
            <a:lvl8pPr marL="0" indent="0" algn="l">
              <a:buNone/>
              <a:defRPr sz="1700" b="1">
                <a:solidFill>
                  <a:schemeClr val="tx1"/>
                </a:solidFill>
              </a:defRPr>
            </a:lvl8pPr>
            <a:lvl9pPr marL="0" indent="0" algn="l">
              <a:buNone/>
              <a:defRPr sz="1700" b="1">
                <a:solidFill>
                  <a:schemeClr val="tx1"/>
                </a:solidFill>
              </a:defRPr>
            </a:lvl9pPr>
          </a:lstStyle>
          <a:p>
            <a:r>
              <a:rPr lang="en-US"/>
              <a:t>For client name, title, company</a:t>
            </a:r>
            <a:br>
              <a:rPr lang="en-US"/>
            </a:br>
            <a:r>
              <a:rPr lang="en-US"/>
              <a:t>By presenter’s name,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8E5C9330-26EF-8F41-994B-36C17C1CD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380329" y="4322354"/>
            <a:ext cx="6441045" cy="543600"/>
          </a:xfrm>
        </p:spPr>
        <p:txBody>
          <a:bodyPr lIns="144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1700"/>
            </a:lvl2pPr>
            <a:lvl3pPr marL="0" indent="0">
              <a:lnSpc>
                <a:spcPct val="100000"/>
              </a:lnSpc>
              <a:buNone/>
              <a:defRPr sz="1700"/>
            </a:lvl3pPr>
            <a:lvl4pPr marL="0" indent="0">
              <a:lnSpc>
                <a:spcPct val="100000"/>
              </a:lnSpc>
              <a:buNone/>
              <a:defRPr sz="1700"/>
            </a:lvl4pPr>
            <a:lvl5pPr marL="0" indent="0">
              <a:lnSpc>
                <a:spcPct val="100000"/>
              </a:lnSpc>
              <a:buNone/>
              <a:defRPr sz="1700"/>
            </a:lvl5pPr>
            <a:lvl6pPr marL="0" indent="0">
              <a:lnSpc>
                <a:spcPct val="100000"/>
              </a:lnSpc>
              <a:buNone/>
              <a:defRPr sz="1700"/>
            </a:lvl6pPr>
            <a:lvl7pPr marL="0" indent="0">
              <a:lnSpc>
                <a:spcPct val="100000"/>
              </a:lnSpc>
              <a:buNone/>
              <a:defRPr sz="1700"/>
            </a:lvl7pPr>
            <a:lvl8pPr marL="0" indent="0">
              <a:lnSpc>
                <a:spcPct val="100000"/>
              </a:lnSpc>
              <a:buNone/>
              <a:defRPr sz="1700"/>
            </a:lvl8pPr>
            <a:lvl9pPr marL="0" indent="0">
              <a:lnSpc>
                <a:spcPct val="100000"/>
              </a:lnSpc>
              <a:buNone/>
              <a:defRPr sz="1700"/>
            </a:lvl9pPr>
          </a:lstStyle>
          <a:p>
            <a:pPr lvl="0"/>
            <a:r>
              <a:rPr lang="en-US"/>
              <a:t>Place, Date</a:t>
            </a:r>
          </a:p>
        </p:txBody>
      </p:sp>
      <p:sp>
        <p:nvSpPr>
          <p:cNvPr id="29" name="Untertitel 3">
            <a:extLst>
              <a:ext uri="{FF2B5EF4-FFF2-40B4-BE49-F238E27FC236}">
                <a16:creationId xmlns:a16="http://schemas.microsoft.com/office/drawing/2014/main" id="{1632E540-11F7-F343-BA82-64171682135E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408154" y="6315162"/>
            <a:ext cx="3310402" cy="238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/>
              <a:t>Delivering Growth – in Asia and Beyond.</a:t>
            </a:r>
            <a:endParaRPr lang="de-DE" sz="1300" b="0"/>
          </a:p>
        </p:txBody>
      </p:sp>
      <p:sp>
        <p:nvSpPr>
          <p:cNvPr id="30" name="Bildplatzhalter 2">
            <a:extLst>
              <a:ext uri="{FF2B5EF4-FFF2-40B4-BE49-F238E27FC236}">
                <a16:creationId xmlns:a16="http://schemas.microsoft.com/office/drawing/2014/main" id="{E81EF72B-98E2-2349-A602-D57BC779A23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64587" y="0"/>
            <a:ext cx="4348825" cy="6857934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pic>
        <p:nvPicPr>
          <p:cNvPr id="31" name="Grafik 13">
            <a:extLst>
              <a:ext uri="{FF2B5EF4-FFF2-40B4-BE49-F238E27FC236}">
                <a16:creationId xmlns:a16="http://schemas.microsoft.com/office/drawing/2014/main" id="{B8D5A599-98B5-FD4E-A286-D6E47BE600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90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D0146208-565A-466A-9E9F-FA4F965866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936D39-6AF7-4DC1-A291-9F38117506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B81173C-6015-41A6-8B68-EC68FA6364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43E46-45F4-DB9F-90DE-92CF206F16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7703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AB8-7536-457F-8E61-8CFF5F41EFF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8EB025A-C788-49B9-93C9-2EA52C4008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07DA663-F713-41F3-A1FE-B60440FEDD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915DA5-F2F5-5302-74F2-E02ABD7A7C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11449050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29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1AB8-7536-457F-8E61-8CFF5F41EFF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72469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8EB025A-C788-49B9-93C9-2EA52C4008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72469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751F51C9-5C26-4C95-9A97-1362B579C5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8609091" y="316911"/>
            <a:ext cx="1346900" cy="549795"/>
          </a:xfrm>
          <a:noFill/>
        </p:spPr>
        <p:txBody>
          <a:bodyPr tIns="274320" bIns="0" anchor="ctr" anchorCtr="0"/>
          <a:lstStyle>
            <a:lvl1pPr algn="ctr"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7794FA26-365F-4C30-8559-C666C1C960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000D9-AEB8-A4A3-2377-71F7BB1C2D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11449050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976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>
            <a:extLst>
              <a:ext uri="{FF2B5EF4-FFF2-40B4-BE49-F238E27FC236}">
                <a16:creationId xmlns:a16="http://schemas.microsoft.com/office/drawing/2014/main" id="{E87E1A94-418B-49C6-89AB-16FE99E5CB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3C64144-1E78-494B-9341-80D457EE37B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978FF-31B9-E3DB-F896-1B1F5F39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5F9D5-E3C7-99DF-2ED4-BC281473EF9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5653088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FD26CD0-2637-3561-07FA-B0FF2B90C03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172200" y="1476375"/>
            <a:ext cx="5653088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0264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4">
            <a:extLst>
              <a:ext uri="{FF2B5EF4-FFF2-40B4-BE49-F238E27FC236}">
                <a16:creationId xmlns:a16="http://schemas.microsoft.com/office/drawing/2014/main" id="{DB714B4B-BC83-4DE8-82C1-7C85BA5EE27A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393562" y="5341652"/>
            <a:ext cx="4183200" cy="3600"/>
          </a:xfrm>
          <a:solidFill>
            <a:schemeClr val="bg2"/>
          </a:solidFill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>
              <a:lnSpc>
                <a:spcPct val="100000"/>
              </a:lnSpc>
              <a:buNone/>
              <a:defRPr sz="100">
                <a:noFill/>
              </a:defRPr>
            </a:lvl2pPr>
            <a:lvl3pPr marL="0" indent="0">
              <a:lnSpc>
                <a:spcPct val="100000"/>
              </a:lnSpc>
              <a:buNone/>
              <a:defRPr sz="100">
                <a:noFill/>
              </a:defRPr>
            </a:lvl3pPr>
            <a:lvl4pPr marL="0" indent="0">
              <a:lnSpc>
                <a:spcPct val="100000"/>
              </a:lnSpc>
              <a:buNone/>
              <a:defRPr sz="100">
                <a:noFill/>
              </a:defRPr>
            </a:lvl4pPr>
            <a:lvl5pPr marL="0" indent="0">
              <a:lnSpc>
                <a:spcPct val="100000"/>
              </a:lnSpc>
              <a:buNone/>
              <a:defRPr sz="100">
                <a:noFill/>
              </a:defRPr>
            </a:lvl5pPr>
            <a:lvl6pPr marL="0" indent="0">
              <a:lnSpc>
                <a:spcPct val="100000"/>
              </a:lnSpc>
              <a:buNone/>
              <a:defRPr sz="100">
                <a:noFill/>
              </a:defRPr>
            </a:lvl6pPr>
            <a:lvl7pPr marL="0" indent="0">
              <a:lnSpc>
                <a:spcPct val="100000"/>
              </a:lnSpc>
              <a:buNone/>
              <a:defRPr sz="100">
                <a:noFill/>
              </a:defRPr>
            </a:lvl7pPr>
            <a:lvl8pPr marL="0" indent="0">
              <a:lnSpc>
                <a:spcPct val="100000"/>
              </a:lnSpc>
              <a:buNone/>
              <a:defRPr sz="100">
                <a:noFill/>
              </a:defRPr>
            </a:lvl8pPr>
            <a:lvl9pPr marL="0" indent="0">
              <a:lnSpc>
                <a:spcPct val="100000"/>
              </a:lnSpc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C37A5FF-045F-45FC-9D7A-21230F07CA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371476" y="5387974"/>
            <a:ext cx="4205286" cy="1101725"/>
          </a:xfrm>
        </p:spPr>
        <p:txBody>
          <a:bodyPr lIns="14400"/>
          <a:lstStyle>
            <a:lvl1pPr marL="0" indent="0">
              <a:buFont typeface="Arial" panose="020B0604020202020204" pitchFamily="34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100">
                <a:solidFill>
                  <a:schemeClr val="tx2"/>
                </a:solidFill>
              </a:defRPr>
            </a:lvl2pPr>
            <a:lvl3pPr marL="0" indent="0">
              <a:buNone/>
              <a:defRPr sz="1100">
                <a:solidFill>
                  <a:schemeClr val="tx2"/>
                </a:solidFill>
              </a:defRPr>
            </a:lvl3pPr>
            <a:lvl4pPr marL="0" indent="0">
              <a:buNone/>
              <a:defRPr sz="1100">
                <a:solidFill>
                  <a:schemeClr val="tx2"/>
                </a:solidFill>
              </a:defRPr>
            </a:lvl4pPr>
            <a:lvl5pPr marL="0" indent="0">
              <a:buNone/>
              <a:defRPr sz="1100">
                <a:solidFill>
                  <a:schemeClr val="tx2"/>
                </a:solidFill>
              </a:defRPr>
            </a:lvl5pPr>
            <a:lvl6pPr marL="0" indent="0">
              <a:buNone/>
              <a:defRPr sz="1100">
                <a:solidFill>
                  <a:schemeClr val="tx2"/>
                </a:solidFill>
              </a:defRPr>
            </a:lvl6pPr>
            <a:lvl7pPr marL="0" indent="0">
              <a:buNone/>
              <a:defRPr sz="1100">
                <a:solidFill>
                  <a:schemeClr val="tx2"/>
                </a:solidFill>
              </a:defRPr>
            </a:lvl7pPr>
            <a:lvl8pPr marL="0" indent="0">
              <a:buNone/>
              <a:defRPr sz="1100">
                <a:solidFill>
                  <a:schemeClr val="tx2"/>
                </a:solidFill>
              </a:defRPr>
            </a:lvl8pPr>
            <a:lvl9pPr marL="0" indent="0">
              <a:buNone/>
              <a:defRPr sz="11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929A9EE2-920C-4487-AFCB-D629FE179D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7537B-7893-4569-8225-C3F1A6E759D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04750CD-7A7C-491D-8750-53BBF5058B7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C1572-63E3-0012-0559-912E3F0033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11449050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2714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A96E60AC-779B-450B-8BB9-0A2C84B2F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3089F-C125-4826-ACDD-F94A16EBA80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9DA9BE-5637-4668-A0B1-0FF433C5C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040EC2F-6B75-080D-FC45-BAA7C0671F1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1475" y="1476375"/>
            <a:ext cx="3735388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32F9549-FB99-4D9E-E6FA-F32D1038A73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224337" y="1476375"/>
            <a:ext cx="3735388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06426CF-769F-F32A-41F9-9F9BB264251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077200" y="1476375"/>
            <a:ext cx="3735388" cy="501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25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A96E60AC-779B-450B-8BB9-0A2C84B2F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3089F-C125-4826-ACDD-F94A16EBA80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A82931B-E733-4A2E-97E9-EB6057C43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9DA9BE-5637-4668-A0B1-0FF433C5C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F8AB7117-4367-C235-9A94-33D4DEC0598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3276600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CD8EC79-5157-F8F9-5114-484A0850F3B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6172200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25327-9475-0E04-8F02-F5CC7E2E330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9067800" y="1476375"/>
            <a:ext cx="27540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0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0EDF01E-EB3A-8348-95AC-502DFC7ACF6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0374A32-F45C-D845-9785-B3F9A01BE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1">
                <a:solidFill>
                  <a:schemeClr val="bg2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73629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670705D-8D80-544A-8A1D-E2F8657752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8D9618A-D1A0-E842-987B-3E159CC5C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0">
                <a:solidFill>
                  <a:schemeClr val="tx2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1.1</a:t>
            </a:r>
          </a:p>
        </p:txBody>
      </p:sp>
    </p:spTree>
    <p:extLst>
      <p:ext uri="{BB962C8B-B14F-4D97-AF65-F5344CB8AC3E}">
        <p14:creationId xmlns:p14="http://schemas.microsoft.com/office/powerpoint/2010/main" val="25247138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50EDF01E-EB3A-8348-95AC-502DFC7ACF6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0374A32-F45C-D845-9785-B3F9A01BE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1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</a:t>
            </a:r>
          </a:p>
        </p:txBody>
      </p:sp>
      <p:pic>
        <p:nvPicPr>
          <p:cNvPr id="2" name="Grafik 10">
            <a:extLst>
              <a:ext uri="{FF2B5EF4-FFF2-40B4-BE49-F238E27FC236}">
                <a16:creationId xmlns:a16="http://schemas.microsoft.com/office/drawing/2014/main" id="{2B7AB13A-6869-32BF-5A71-FC35200A4A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28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670705D-8D80-544A-8A1D-E2F8657752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181375" y="2436546"/>
            <a:ext cx="7189763" cy="1239838"/>
          </a:xfrm>
          <a:noFill/>
        </p:spPr>
        <p:txBody>
          <a:bodyPr lIns="396000" tIns="0" bIns="0" anchor="b" anchorCtr="0"/>
          <a:lstStyle>
            <a:lvl1pPr>
              <a:lnSpc>
                <a:spcPct val="10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8D9618A-D1A0-E842-987B-3E159CC5C8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71476" y="2436546"/>
            <a:ext cx="2755899" cy="1476642"/>
          </a:xfrm>
        </p:spPr>
        <p:txBody>
          <a:bodyPr lIns="0" rIns="360000" anchor="b" anchorCtr="0"/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1500" b="0">
                <a:solidFill>
                  <a:schemeClr val="bg1"/>
                </a:solidFill>
              </a:defRPr>
            </a:lvl1pPr>
            <a:lvl2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5pPr>
            <a:lvl6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6pPr>
            <a:lvl7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7pPr>
            <a:lvl8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8pPr>
            <a:lvl9pPr marL="0" indent="0" algn="r">
              <a:lnSpc>
                <a:spcPct val="100000"/>
              </a:lnSpc>
              <a:buNone/>
              <a:defRPr sz="1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en-US"/>
              <a:t>1.1</a:t>
            </a:r>
          </a:p>
        </p:txBody>
      </p:sp>
      <p:pic>
        <p:nvPicPr>
          <p:cNvPr id="2" name="Grafik 10">
            <a:extLst>
              <a:ext uri="{FF2B5EF4-FFF2-40B4-BE49-F238E27FC236}">
                <a16:creationId xmlns:a16="http://schemas.microsoft.com/office/drawing/2014/main" id="{A3549EE6-62BF-01EA-5D42-C352280C2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57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592383-C71F-45DE-B063-A1F3C5E1BA0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5B74ABDC-7A9A-46C7-8F4E-21B86C1F340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8219565-5479-4A36-B720-60B3BCF4E2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575176" y="1476375"/>
            <a:ext cx="7245349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1BD8F89-D739-42B8-B618-797E83062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71475" y="1478754"/>
            <a:ext cx="3654000" cy="5011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0B910EC-B158-4FFC-89B8-60E4CBB6965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840243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DC3A6BDE-367B-4287-A857-1AB55F7AA5E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57959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C787099-4693-4F4B-BD19-3C0BB9B93A2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5795963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AAE519F-9B2C-4318-B368-121E537280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1476375"/>
            <a:ext cx="5795962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65CCC34-65C8-45F4-A22A-247EAD4F6BA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5795962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5FBF1C65-1D7F-A70A-1714-4ADA09C75C5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7472364" y="1985"/>
            <a:ext cx="4719636" cy="6856015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19908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+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9E8497F1-D6AD-9BA6-BD00-F606030314BF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8923333" y="1985"/>
            <a:ext cx="3268666" cy="6856015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7A67D35-6F8F-43B6-A470-F7D4680607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72469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5FFF5-23E2-40C5-98B4-DB0BBEBE0D1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7246937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7AA1ECFB-748C-4CE5-8D34-9F2D5C6490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5" y="1476375"/>
            <a:ext cx="7246937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283C83-18BC-4D1F-991B-B5D186291E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7239997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238265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2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7B17C010-D36B-4527-9856-58C466FDB06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5518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5A5780-E824-4C4A-B41B-0DAE3A122BD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551863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B1A85450-38B6-4459-A07D-D08DFA7656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1476375"/>
            <a:ext cx="42037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C92210B-1ABF-47E9-909A-E1130EE117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8551863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5610072F-C148-CB49-BAE6-D3CC7BD3591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005995" y="0"/>
            <a:ext cx="2186003" cy="6858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916452C-5994-AE20-3CFF-8A627920E3F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4724400" y="1476375"/>
            <a:ext cx="4203700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3960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4 +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A96E60AC-779B-450B-8BB9-0A2C84B2FA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3089F-C125-4826-ACDD-F94A16EBA80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CA82931B-E733-4A2E-97E9-EB6057C43F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71476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B9DA9BE-5637-4668-A0B1-0FF433C5C2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81D1ED5-C8A9-2119-DF92-78CFA82B52F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71475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21321B4A-CADA-17BB-E9AD-73671B92868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3276600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338A01B-233F-92B3-F02B-6E237D6EFF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172200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89621-1028-D635-BCB4-4545FA0A23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9067800" y="3913188"/>
            <a:ext cx="2754000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C16EA5F-0B3E-39E9-4946-52E02956E5D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3276600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22587CD-ED17-C3F5-E606-321684DB38C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6172200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96610D54-69EB-CE81-73FF-106579502A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 bwMode="gray">
          <a:xfrm>
            <a:off x="9067800" y="1478756"/>
            <a:ext cx="2755586" cy="2434432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1461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54">
            <a:extLst>
              <a:ext uri="{FF2B5EF4-FFF2-40B4-BE49-F238E27FC236}">
                <a16:creationId xmlns:a16="http://schemas.microsoft.com/office/drawing/2014/main" id="{C951B31B-2CFE-424C-AEE3-832EBC39D5F9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3140925" y="1478756"/>
            <a:ext cx="8679600" cy="3600"/>
          </a:xfrm>
          <a:solidFill>
            <a:schemeClr val="accent5"/>
          </a:solidFill>
        </p:spPr>
        <p:txBody>
          <a:bodyPr lIns="72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>
              <a:lnSpc>
                <a:spcPct val="100000"/>
              </a:lnSpc>
              <a:buNone/>
              <a:defRPr sz="100">
                <a:noFill/>
              </a:defRPr>
            </a:lvl2pPr>
            <a:lvl3pPr marL="0" indent="0">
              <a:lnSpc>
                <a:spcPct val="100000"/>
              </a:lnSpc>
              <a:buNone/>
              <a:defRPr sz="100">
                <a:noFill/>
              </a:defRPr>
            </a:lvl3pPr>
            <a:lvl4pPr marL="0" indent="0">
              <a:lnSpc>
                <a:spcPct val="100000"/>
              </a:lnSpc>
              <a:buNone/>
              <a:defRPr sz="100">
                <a:noFill/>
              </a:defRPr>
            </a:lvl4pPr>
            <a:lvl5pPr marL="0" indent="0">
              <a:lnSpc>
                <a:spcPct val="100000"/>
              </a:lnSpc>
              <a:buNone/>
              <a:defRPr sz="100">
                <a:noFill/>
              </a:defRPr>
            </a:lvl5pPr>
            <a:lvl6pPr marL="0" indent="0">
              <a:lnSpc>
                <a:spcPct val="100000"/>
              </a:lnSpc>
              <a:buNone/>
              <a:defRPr sz="100">
                <a:noFill/>
              </a:defRPr>
            </a:lvl6pPr>
            <a:lvl7pPr marL="0" indent="0">
              <a:lnSpc>
                <a:spcPct val="100000"/>
              </a:lnSpc>
              <a:buNone/>
              <a:defRPr sz="100">
                <a:noFill/>
              </a:defRPr>
            </a:lvl7pPr>
            <a:lvl8pPr marL="0" indent="0">
              <a:lnSpc>
                <a:spcPct val="100000"/>
              </a:lnSpc>
              <a:buNone/>
              <a:defRPr sz="100">
                <a:noFill/>
              </a:defRPr>
            </a:lvl8pPr>
            <a:lvl9pPr marL="0" indent="0">
              <a:lnSpc>
                <a:spcPct val="100000"/>
              </a:lnSpc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Content Placeholder 54">
            <a:extLst>
              <a:ext uri="{FF2B5EF4-FFF2-40B4-BE49-F238E27FC236}">
                <a16:creationId xmlns:a16="http://schemas.microsoft.com/office/drawing/2014/main" id="{0216B12A-95F5-4081-8E6C-0832592F90E9}"/>
              </a:ext>
            </a:extLst>
          </p:cNvPr>
          <p:cNvSpPr>
            <a:spLocks noGrp="1"/>
          </p:cNvSpPr>
          <p:nvPr>
            <p:ph sz="quarter" idx="20"/>
          </p:nvPr>
        </p:nvSpPr>
        <p:spPr bwMode="gray">
          <a:xfrm>
            <a:off x="3140925" y="4055659"/>
            <a:ext cx="8679600" cy="3600"/>
          </a:xfrm>
          <a:solidFill>
            <a:schemeClr val="accent5"/>
          </a:solidFill>
        </p:spPr>
        <p:txBody>
          <a:bodyPr lIns="720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>
              <a:lnSpc>
                <a:spcPct val="100000"/>
              </a:lnSpc>
              <a:buNone/>
              <a:defRPr sz="100">
                <a:noFill/>
              </a:defRPr>
            </a:lvl2pPr>
            <a:lvl3pPr marL="0" indent="0">
              <a:lnSpc>
                <a:spcPct val="100000"/>
              </a:lnSpc>
              <a:buNone/>
              <a:defRPr sz="100">
                <a:noFill/>
              </a:defRPr>
            </a:lvl3pPr>
            <a:lvl4pPr marL="0" indent="0">
              <a:lnSpc>
                <a:spcPct val="100000"/>
              </a:lnSpc>
              <a:buNone/>
              <a:defRPr sz="100">
                <a:noFill/>
              </a:defRPr>
            </a:lvl4pPr>
            <a:lvl5pPr marL="0" indent="0">
              <a:lnSpc>
                <a:spcPct val="100000"/>
              </a:lnSpc>
              <a:buNone/>
              <a:defRPr sz="100">
                <a:noFill/>
              </a:defRPr>
            </a:lvl5pPr>
            <a:lvl6pPr marL="0" indent="0">
              <a:lnSpc>
                <a:spcPct val="100000"/>
              </a:lnSpc>
              <a:buNone/>
              <a:defRPr sz="100">
                <a:noFill/>
              </a:defRPr>
            </a:lvl6pPr>
            <a:lvl7pPr marL="0" indent="0">
              <a:lnSpc>
                <a:spcPct val="100000"/>
              </a:lnSpc>
              <a:buNone/>
              <a:defRPr sz="100">
                <a:noFill/>
              </a:defRPr>
            </a:lvl7pPr>
            <a:lvl8pPr marL="0" indent="0">
              <a:lnSpc>
                <a:spcPct val="100000"/>
              </a:lnSpc>
              <a:buNone/>
              <a:defRPr sz="100">
                <a:noFill/>
              </a:defRPr>
            </a:lvl8pPr>
            <a:lvl9pPr marL="0" indent="0">
              <a:lnSpc>
                <a:spcPct val="100000"/>
              </a:lnSpc>
              <a:buNone/>
              <a:defRPr sz="100">
                <a:noFill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3934F45-648F-4CC5-990F-3CC2DAD6B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3127375" y="1478756"/>
            <a:ext cx="8693150" cy="1926000"/>
          </a:xfrm>
        </p:spPr>
        <p:txBody>
          <a:bodyPr tIns="12600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B627F8C9-F1F8-4271-8D00-4ABB7BFBA6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4C4EA-5A96-4BD4-9A4A-14C3D6A871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BC4FC4-6823-4F40-9047-43182EE8645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71475" y="1478756"/>
            <a:ext cx="2199600" cy="19260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4399890-EF54-461A-A188-0C8AFF13CE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1B5B7C9-F23C-FAA9-3BB7-4C7D18EA67E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gray">
          <a:xfrm>
            <a:off x="371475" y="4056063"/>
            <a:ext cx="2199600" cy="19260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21EC691-F0A6-391E-E87D-8D624A39FD8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3127375" y="4038600"/>
            <a:ext cx="8693150" cy="1926000"/>
          </a:xfrm>
        </p:spPr>
        <p:txBody>
          <a:bodyPr tIns="12600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10241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dscape Photo 2 +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3934F45-648F-4CC5-990F-3CC2DAD6B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719637" y="1478756"/>
            <a:ext cx="7100887" cy="2433598"/>
          </a:xfrm>
        </p:spPr>
        <p:txBody>
          <a:bodyPr t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B627F8C9-F1F8-4271-8D00-4ABB7BFBA6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4C4EA-5A96-4BD4-9A4A-14C3D6A871F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4399890-EF54-461A-A188-0C8AFF13CE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3C2556-BB5C-4AEA-BA02-E04029B8219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71475" y="1479297"/>
            <a:ext cx="4204800" cy="2437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CE5DF1F2-2F2F-1A6A-6856-2AF0B3C996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gray">
          <a:xfrm>
            <a:off x="371475" y="4053270"/>
            <a:ext cx="4204800" cy="2437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F046F-AD58-DCBD-4DC8-6EE3980E874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4719637" y="4056102"/>
            <a:ext cx="7100887" cy="2433598"/>
          </a:xfrm>
        </p:spPr>
        <p:txBody>
          <a:bodyPr tIns="0" r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14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ubtitle 2">
            <a:extLst>
              <a:ext uri="{FF2B5EF4-FFF2-40B4-BE49-F238E27FC236}">
                <a16:creationId xmlns:a16="http://schemas.microsoft.com/office/drawing/2014/main" id="{4E47D4B2-6C1E-4EEB-8E3B-099AA348A4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6C3C3A9-754F-4433-8190-50609E3E86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167439" y="1476375"/>
            <a:ext cx="5653086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13DECA-3454-423B-A02C-1801FCED124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0A8B407-D7E7-4CF4-A8FB-5A71D782F59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71475" y="1478755"/>
            <a:ext cx="5248800" cy="5011200"/>
          </a:xfrm>
          <a:solidFill>
            <a:schemeClr val="accent2"/>
          </a:solidFill>
        </p:spPr>
        <p:txBody>
          <a:bodyPr bIns="720000"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D6F07FBA-B343-4744-929B-31C26DD6938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3711213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810996B-FE47-08A5-083C-7152CA46F2C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78416" y="1478754"/>
            <a:ext cx="11442110" cy="5010945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E345BA-AF76-40AC-A5BD-CB61D60EB44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F5D1676-C226-43D2-BADB-9E3FC42959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7A70577-BF8C-4332-9CD9-FA84D5644B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6997674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28FE64-147C-4E9C-B1B4-00E9468B67F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42E03278-0C99-4C2D-AE7D-762BAEDCEE6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E72596B-5526-4263-ABB6-DA6F770B12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D662EEF-E53D-3371-4E93-BAD5D89418D2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78416" y="1478754"/>
            <a:ext cx="5646147" cy="5010945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2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102C126-C21B-BEA9-40FB-3A8E3975EFDD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172200" y="1478754"/>
            <a:ext cx="5646147" cy="5010945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2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2349257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11BEA14-E958-C7A6-BC21-C4CAA80DF19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0" y="0"/>
            <a:ext cx="12192000" cy="6858000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31041093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125393F-9AA5-744A-7522-F2EA8AE7AA9F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0" y="0"/>
            <a:ext cx="6096000" cy="6858000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9D543BC7-68A4-EA13-E990-DC687822306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096000" y="0"/>
            <a:ext cx="6096000" cy="6858000"/>
          </a:xfrm>
          <a:solidFill>
            <a:srgbClr val="90E0EF"/>
          </a:solidFill>
        </p:spPr>
        <p:txBody>
          <a:bodyPr lIns="0" tIns="1692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24849933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4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233E2CE5-FB9C-8992-0F99-35FF24061F45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-2" y="-1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DCD73B9-6E69-E6DE-3C03-C0039E1FE49F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6096000" y="-1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BF13B52-C897-9C57-8A78-AA532B9C4C1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-1" y="3429000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604CE1-B46B-AB28-390D-C7AC29C365B0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096000" y="3429000"/>
            <a:ext cx="6096001" cy="3428991"/>
          </a:xfrm>
          <a:solidFill>
            <a:srgbClr val="90E0EF"/>
          </a:solidFill>
        </p:spPr>
        <p:txBody>
          <a:bodyPr lIns="0" tIns="756000" anchor="t"/>
          <a:lstStyle>
            <a:lvl1pPr algn="ctr">
              <a:defRPr sz="1400"/>
            </a:lvl1pPr>
          </a:lstStyle>
          <a:p>
            <a:pPr lvl="0"/>
            <a:r>
              <a:rPr lang="en-US"/>
              <a:t>Click the icon to add your preferred content type, or drag and drop a file into this area.</a:t>
            </a:r>
          </a:p>
        </p:txBody>
      </p:sp>
    </p:spTree>
    <p:extLst>
      <p:ext uri="{BB962C8B-B14F-4D97-AF65-F5344CB8AC3E}">
        <p14:creationId xmlns:p14="http://schemas.microsoft.com/office/powerpoint/2010/main" val="4320332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F3977AE-3DDA-42FE-AB16-BB1D985621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024563" y="1476375"/>
            <a:ext cx="5795962" cy="5013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C495FC7-4FB5-46CF-A89D-503804C6FE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024564" y="148255"/>
            <a:ext cx="3041650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E8CD984-E9B9-4259-A41D-D9981041B35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024563" y="6571544"/>
            <a:ext cx="4354651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7" name="Rechteck 12">
            <a:extLst>
              <a:ext uri="{FF2B5EF4-FFF2-40B4-BE49-F238E27FC236}">
                <a16:creationId xmlns:a16="http://schemas.microsoft.com/office/drawing/2014/main" id="{ED119810-B079-DC44-BF4D-E2801605512E}"/>
              </a:ext>
            </a:extLst>
          </p:cNvPr>
          <p:cNvSpPr/>
          <p:nvPr userDrawn="1"/>
        </p:nvSpPr>
        <p:spPr bwMode="gray">
          <a:xfrm>
            <a:off x="0" y="-135"/>
            <a:ext cx="5627163" cy="6858069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8CDF378-8831-BF47-9D3F-37E4EE808A1D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0719D61-6AC0-9046-76EB-D19B0EE80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476250"/>
            <a:ext cx="5114925" cy="6013450"/>
          </a:xfrm>
        </p:spPr>
        <p:txBody>
          <a:bodyPr lIns="365760" tIns="365760" rIns="365760" bIns="0"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8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11">
            <a:extLst>
              <a:ext uri="{FF2B5EF4-FFF2-40B4-BE49-F238E27FC236}">
                <a16:creationId xmlns:a16="http://schemas.microsoft.com/office/drawing/2014/main" id="{FAC8094A-9F20-1A4F-B8D5-255E77C2D20B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 err="1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12C7455-71FA-3A4A-8F1D-E1AC916D17B0}"/>
              </a:ext>
            </a:extLst>
          </p:cNvPr>
          <p:cNvSpPr txBox="1"/>
          <p:nvPr userDrawn="1"/>
        </p:nvSpPr>
        <p:spPr bwMode="gray">
          <a:xfrm>
            <a:off x="10525688" y="6561138"/>
            <a:ext cx="129960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>
                <a:solidFill>
                  <a:schemeClr val="bg1"/>
                </a:solidFill>
              </a:rPr>
              <a:t>Page </a:t>
            </a:r>
            <a:fld id="{9EC15338-5DF2-451F-A6A1-678DEBB51CD9}" type="slidenum">
              <a:rPr lang="en-US" sz="800" smtClean="0">
                <a:solidFill>
                  <a:schemeClr val="bg1"/>
                </a:solidFill>
              </a:rPr>
              <a:pPr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  <p:pic>
        <p:nvPicPr>
          <p:cNvPr id="7" name="Grafik 10">
            <a:extLst>
              <a:ext uri="{FF2B5EF4-FFF2-40B4-BE49-F238E27FC236}">
                <a16:creationId xmlns:a16="http://schemas.microsoft.com/office/drawing/2014/main" id="{44D3E33A-67F2-8F44-AA5E-1590751F5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AAF5AC92-F551-4736-A072-A6568ACD3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bg1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5B1006C9-7D93-435E-A206-7C097605EF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6F3FEE1D-232D-F840-8E11-C011F5BF9A9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21138" y="1773238"/>
            <a:ext cx="8550000" cy="3240087"/>
          </a:xfrm>
          <a:noFill/>
        </p:spPr>
        <p:txBody>
          <a:bodyPr lIns="0" tIns="25200" rIns="0" bIns="356400" anchor="ctr" anchorCtr="0"/>
          <a:lstStyle>
            <a:lvl1pPr algn="l">
              <a:lnSpc>
                <a:spcPct val="100000"/>
              </a:lnSpc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126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Takeaway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F85CA36-38E8-3048-88AE-3B8828437E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5518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7B242-132A-754E-B10E-9C4FFC6C59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8551863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D6F594A-88EF-9E4F-B208-2F48D6A997C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21138" y="1773238"/>
            <a:ext cx="8550000" cy="3240087"/>
          </a:xfrm>
          <a:noFill/>
        </p:spPr>
        <p:txBody>
          <a:bodyPr lIns="0" tIns="25200" rIns="0" bIns="356400" anchor="ctr" anchorCtr="0"/>
          <a:lstStyle>
            <a:lvl1pPr algn="l">
              <a:lnSpc>
                <a:spcPct val="100000"/>
              </a:lnSpc>
              <a:defRPr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1406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1">
            <a:extLst>
              <a:ext uri="{FF2B5EF4-FFF2-40B4-BE49-F238E27FC236}">
                <a16:creationId xmlns:a16="http://schemas.microsoft.com/office/drawing/2014/main" id="{B5238728-A22B-1B4D-AF0E-DBC9236E9DE4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 err="1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85CA36-38E8-3048-88AE-3B8828437E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551863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bg1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7B242-132A-754E-B10E-9C4FFC6C59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8551863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D6F594A-88EF-9E4F-B208-2F48D6A997C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821138" y="1773238"/>
            <a:ext cx="8550000" cy="3240087"/>
          </a:xfrm>
          <a:noFill/>
        </p:spPr>
        <p:txBody>
          <a:bodyPr lIns="0" tIns="25200" rIns="0" bIns="356400" anchor="ctr" anchorCtr="0"/>
          <a:lstStyle>
            <a:lvl1pPr algn="l">
              <a:lnSpc>
                <a:spcPct val="100000"/>
              </a:lnSpc>
              <a:defRPr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F4358-2141-0E44-8D36-C028103F707A}"/>
              </a:ext>
            </a:extLst>
          </p:cNvPr>
          <p:cNvSpPr txBox="1"/>
          <p:nvPr userDrawn="1"/>
        </p:nvSpPr>
        <p:spPr bwMode="gray">
          <a:xfrm>
            <a:off x="10525688" y="6571544"/>
            <a:ext cx="1299600" cy="18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>
                <a:solidFill>
                  <a:schemeClr val="bg1"/>
                </a:solidFill>
              </a:rPr>
              <a:t>Page </a:t>
            </a:r>
            <a:fld id="{9EC15338-5DF2-451F-A6A1-678DEBB51CD9}" type="slidenum">
              <a:rPr lang="en-US" sz="800" smtClean="0">
                <a:solidFill>
                  <a:schemeClr val="bg1"/>
                </a:solidFill>
              </a:rPr>
              <a:pPr algn="r"/>
              <a:t>‹#›</a:t>
            </a:fld>
            <a:endParaRPr lang="en-US" sz="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3891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DCA408EC-1CB2-469B-81A7-9459386E69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148255"/>
            <a:ext cx="8694738" cy="172800"/>
          </a:xfrm>
        </p:spPr>
        <p:txBody>
          <a:bodyPr lIns="18000"/>
          <a:lstStyle>
            <a:lvl1pPr marL="0" indent="0" algn="l">
              <a:buNone/>
              <a:defRPr sz="800" b="1">
                <a:solidFill>
                  <a:schemeClr val="tx2"/>
                </a:solidFill>
              </a:defRPr>
            </a:lvl1pPr>
            <a:lvl2pPr marL="0" indent="0" algn="l">
              <a:buNone/>
              <a:defRPr sz="800" b="1">
                <a:solidFill>
                  <a:schemeClr val="tx2"/>
                </a:solidFill>
              </a:defRPr>
            </a:lvl2pPr>
            <a:lvl3pPr marL="0" indent="0" algn="l">
              <a:buNone/>
              <a:defRPr sz="800" b="1">
                <a:solidFill>
                  <a:schemeClr val="tx2"/>
                </a:solidFill>
              </a:defRPr>
            </a:lvl3pPr>
            <a:lvl4pPr marL="0" indent="0" algn="l">
              <a:buNone/>
              <a:defRPr sz="800" b="1">
                <a:solidFill>
                  <a:schemeClr val="tx2"/>
                </a:solidFill>
              </a:defRPr>
            </a:lvl4pPr>
            <a:lvl5pPr marL="0" indent="0" algn="l">
              <a:buNone/>
              <a:defRPr sz="800" b="1">
                <a:solidFill>
                  <a:schemeClr val="tx2"/>
                </a:solidFill>
              </a:defRPr>
            </a:lvl5pPr>
            <a:lvl6pPr marL="0" indent="0" algn="l">
              <a:buNone/>
              <a:defRPr sz="800" b="1">
                <a:solidFill>
                  <a:schemeClr val="tx2"/>
                </a:solidFill>
              </a:defRPr>
            </a:lvl6pPr>
            <a:lvl7pPr marL="0" indent="0" algn="l">
              <a:buNone/>
              <a:defRPr sz="800" b="1">
                <a:solidFill>
                  <a:schemeClr val="tx2"/>
                </a:solidFill>
              </a:defRPr>
            </a:lvl7pPr>
            <a:lvl8pPr marL="0" indent="0" algn="l">
              <a:buNone/>
              <a:defRPr sz="800" b="1">
                <a:solidFill>
                  <a:schemeClr val="tx2"/>
                </a:solidFill>
              </a:defRPr>
            </a:lvl8pPr>
            <a:lvl9pPr marL="0" indent="0" algn="l">
              <a:buNone/>
              <a:defRPr sz="800" b="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chapter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AF16A-0BDB-49AC-94BA-1B4068A8A6A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6A93BE6-A445-4380-9DC8-AC9A4C51D6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378415" y="6571544"/>
            <a:ext cx="10000800" cy="183600"/>
          </a:xfrm>
        </p:spPr>
        <p:txBody>
          <a:bodyPr lIns="18000" anchor="ctr" anchorCtr="0"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100000"/>
              </a:lnSpc>
              <a:buNone/>
              <a:defRPr sz="8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154247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4970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6">
            <a:extLst>
              <a:ext uri="{FF2B5EF4-FFF2-40B4-BE49-F238E27FC236}">
                <a16:creationId xmlns:a16="http://schemas.microsoft.com/office/drawing/2014/main" id="{39BFF418-15D3-B242-B7E6-166F7898480E}"/>
              </a:ext>
            </a:extLst>
          </p:cNvPr>
          <p:cNvSpPr/>
          <p:nvPr userDrawn="1"/>
        </p:nvSpPr>
        <p:spPr bwMode="gray">
          <a:xfrm>
            <a:off x="0" y="0"/>
            <a:ext cx="12191999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 anchorCtr="0"/>
          <a:lstStyle/>
          <a:p>
            <a:pPr algn="l">
              <a:lnSpc>
                <a:spcPct val="120000"/>
              </a:lnSpc>
            </a:pPr>
            <a:endParaRPr lang="de-DE" sz="1600" err="1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D806AF-7214-8143-A6E9-CE3BF279E2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1822449" y="2622550"/>
            <a:ext cx="8548689" cy="1290638"/>
          </a:xfrm>
        </p:spPr>
        <p:txBody>
          <a:bodyPr tIns="32400" anchor="t" anchorCtr="0"/>
          <a:lstStyle>
            <a:lvl1pPr algn="l">
              <a:lnSpc>
                <a:spcPct val="100000"/>
              </a:lnSpc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 for your attention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D13FA2D-39E6-294F-B1DC-D5B1837C3194}"/>
              </a:ext>
            </a:extLst>
          </p:cNvPr>
          <p:cNvSpPr txBox="1"/>
          <p:nvPr userDrawn="1"/>
        </p:nvSpPr>
        <p:spPr bwMode="gray">
          <a:xfrm>
            <a:off x="1" y="1"/>
            <a:ext cx="364586" cy="6858000"/>
          </a:xfrm>
          <a:prstGeom prst="rect">
            <a:avLst/>
          </a:prstGeom>
          <a:solidFill>
            <a:srgbClr val="00B4D8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8" name="Untertitel 3">
            <a:extLst>
              <a:ext uri="{FF2B5EF4-FFF2-40B4-BE49-F238E27FC236}">
                <a16:creationId xmlns:a16="http://schemas.microsoft.com/office/drawing/2014/main" id="{E2330BE9-0795-DC41-BB2D-7CF63A81137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832882" y="6315162"/>
            <a:ext cx="4783399" cy="238936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/>
              <a:t>Delivering Growth – in Asia and Beyond.</a:t>
            </a:r>
            <a:endParaRPr lang="de-DE" sz="1300" b="0"/>
          </a:p>
        </p:txBody>
      </p:sp>
      <p:pic>
        <p:nvPicPr>
          <p:cNvPr id="9" name="Grafik 9">
            <a:extLst>
              <a:ext uri="{FF2B5EF4-FFF2-40B4-BE49-F238E27FC236}">
                <a16:creationId xmlns:a16="http://schemas.microsoft.com/office/drawing/2014/main" id="{58DBF3C2-3CFB-7846-B28A-DAE10624D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1138" y="368300"/>
            <a:ext cx="1449387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5419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378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287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11-08-2026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66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Relationship Id="rId38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687349-888C-4A56-B47A-62F01ED15D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301"/>
            <a:ext cx="8694738" cy="850900"/>
          </a:xfrm>
          <a:prstGeom prst="rect">
            <a:avLst/>
          </a:prstGeom>
        </p:spPr>
        <p:txBody>
          <a:bodyPr vert="horz" wrap="square" lIns="0" tIns="2520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A35D3-975F-48E6-B84F-A2F88D1B3AE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476375"/>
            <a:ext cx="11449050" cy="5013324"/>
          </a:xfrm>
          <a:prstGeom prst="rect">
            <a:avLst/>
          </a:prstGeom>
        </p:spPr>
        <p:txBody>
          <a:bodyPr vert="horz" wrap="square" lIns="720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D9C64-F7E8-4173-A31C-A68904A47377}"/>
              </a:ext>
            </a:extLst>
          </p:cNvPr>
          <p:cNvSpPr txBox="1"/>
          <p:nvPr/>
        </p:nvSpPr>
        <p:spPr bwMode="gray">
          <a:xfrm>
            <a:off x="10525688" y="6571544"/>
            <a:ext cx="1299600" cy="18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800">
                <a:solidFill>
                  <a:schemeClr val="tx2"/>
                </a:solidFill>
              </a:rPr>
              <a:t>Page </a:t>
            </a:r>
            <a:fld id="{9EC15338-5DF2-451F-A6A1-678DEBB51CD9}" type="slidenum">
              <a:rPr lang="en-US" sz="800" smtClean="0">
                <a:solidFill>
                  <a:schemeClr val="tx2"/>
                </a:solidFill>
              </a:rPr>
              <a:pPr algn="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pic>
        <p:nvPicPr>
          <p:cNvPr id="13" name="Grafik 4">
            <a:extLst>
              <a:ext uri="{FF2B5EF4-FFF2-40B4-BE49-F238E27FC236}">
                <a16:creationId xmlns:a16="http://schemas.microsoft.com/office/drawing/2014/main" id="{1A83C7E4-22F8-4D48-A63F-4ADB5CC3C1EA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10371138" y="360680"/>
            <a:ext cx="1449388" cy="45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33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5" r:id="rId1"/>
    <p:sldLayoutId id="2147483947" r:id="rId2"/>
    <p:sldLayoutId id="2147483948" r:id="rId3"/>
    <p:sldLayoutId id="2147483955" r:id="rId4"/>
    <p:sldLayoutId id="2147483956" r:id="rId5"/>
    <p:sldLayoutId id="2147483958" r:id="rId6"/>
    <p:sldLayoutId id="2147483957" r:id="rId7"/>
    <p:sldLayoutId id="2147483959" r:id="rId8"/>
    <p:sldLayoutId id="2147483960" r:id="rId9"/>
    <p:sldLayoutId id="2147483949" r:id="rId10"/>
    <p:sldLayoutId id="2147483950" r:id="rId11"/>
    <p:sldLayoutId id="2147483984" r:id="rId12"/>
    <p:sldLayoutId id="2147483985" r:id="rId13"/>
    <p:sldLayoutId id="2147483966" r:id="rId14"/>
    <p:sldLayoutId id="2147483961" r:id="rId15"/>
    <p:sldLayoutId id="2147483962" r:id="rId16"/>
    <p:sldLayoutId id="2147483963" r:id="rId17"/>
    <p:sldLayoutId id="2147483986" r:id="rId18"/>
    <p:sldLayoutId id="2147483964" r:id="rId19"/>
    <p:sldLayoutId id="2147483965" r:id="rId20"/>
    <p:sldLayoutId id="2147483967" r:id="rId21"/>
    <p:sldLayoutId id="2147483968" r:id="rId22"/>
    <p:sldLayoutId id="2147483969" r:id="rId23"/>
    <p:sldLayoutId id="2147483970" r:id="rId24"/>
    <p:sldLayoutId id="2147483971" r:id="rId25"/>
    <p:sldLayoutId id="2147483972" r:id="rId26"/>
    <p:sldLayoutId id="2147483982" r:id="rId27"/>
    <p:sldLayoutId id="2147483976" r:id="rId28"/>
    <p:sldLayoutId id="2147483977" r:id="rId29"/>
    <p:sldLayoutId id="2147483983" r:id="rId30"/>
    <p:sldLayoutId id="2147483979" r:id="rId31"/>
    <p:sldLayoutId id="2147483980" r:id="rId32"/>
    <p:sldLayoutId id="2147483981" r:id="rId33"/>
    <p:sldLayoutId id="2147483987" r:id="rId34"/>
    <p:sldLayoutId id="2147483988" r:id="rId35"/>
    <p:sldLayoutId id="2147483989" r:id="rId36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37" pos="234" userDrawn="1">
          <p15:clr>
            <a:srgbClr val="F26B43"/>
          </p15:clr>
        </p15:guide>
        <p15:guide id="338" pos="7446" userDrawn="1">
          <p15:clr>
            <a:srgbClr val="F26B43"/>
          </p15:clr>
        </p15:guide>
        <p15:guide id="339" pos="2973" userDrawn="1">
          <p15:clr>
            <a:srgbClr val="F26B43"/>
          </p15:clr>
        </p15:guide>
        <p15:guide id="340" pos="3795" userDrawn="1">
          <p15:clr>
            <a:srgbClr val="F26B43"/>
          </p15:clr>
        </p15:guide>
        <p15:guide id="341" pos="3840" userDrawn="1">
          <p15:clr>
            <a:srgbClr val="F26B43"/>
          </p15:clr>
        </p15:guide>
        <p15:guide id="342" pos="4799" userDrawn="1">
          <p15:clr>
            <a:srgbClr val="F26B43"/>
          </p15:clr>
        </p15:guide>
        <p15:guide id="343" pos="6533" userDrawn="1">
          <p15:clr>
            <a:srgbClr val="F26B43"/>
          </p15:clr>
        </p15:guide>
        <p15:guide id="344" orient="horz" pos="4088" userDrawn="1">
          <p15:clr>
            <a:srgbClr val="F26B43"/>
          </p15:clr>
        </p15:guide>
        <p15:guide id="345" pos="1056" userDrawn="1">
          <p15:clr>
            <a:srgbClr val="F26B43"/>
          </p15:clr>
        </p15:guide>
        <p15:guide id="346" pos="1148" userDrawn="1">
          <p15:clr>
            <a:srgbClr val="F26B43"/>
          </p15:clr>
        </p15:guide>
        <p15:guide id="347" pos="1970" userDrawn="1">
          <p15:clr>
            <a:srgbClr val="F26B43"/>
          </p15:clr>
        </p15:guide>
        <p15:guide id="348" pos="2060" userDrawn="1">
          <p15:clr>
            <a:srgbClr val="F26B43"/>
          </p15:clr>
        </p15:guide>
        <p15:guide id="349" pos="2882" userDrawn="1">
          <p15:clr>
            <a:srgbClr val="F26B43"/>
          </p15:clr>
        </p15:guide>
        <p15:guide id="350" pos="4707" userDrawn="1">
          <p15:clr>
            <a:srgbClr val="F26B43"/>
          </p15:clr>
        </p15:guide>
        <p15:guide id="351" pos="5621" userDrawn="1">
          <p15:clr>
            <a:srgbClr val="F26B43"/>
          </p15:clr>
        </p15:guide>
        <p15:guide id="352" pos="5711" userDrawn="1">
          <p15:clr>
            <a:srgbClr val="F26B43"/>
          </p15:clr>
        </p15:guide>
        <p15:guide id="353" pos="6624" userDrawn="1">
          <p15:clr>
            <a:srgbClr val="F26B43"/>
          </p15:clr>
        </p15:guide>
        <p15:guide id="354" orient="horz" pos="300" userDrawn="1">
          <p15:clr>
            <a:srgbClr val="F26B43"/>
          </p15:clr>
        </p15:guide>
        <p15:guide id="355" orient="horz" pos="930" userDrawn="1">
          <p15:clr>
            <a:srgbClr val="F26B43"/>
          </p15:clr>
        </p15:guide>
        <p15:guide id="356" orient="horz" pos="1652" userDrawn="1">
          <p15:clr>
            <a:srgbClr val="F26B43"/>
          </p15:clr>
        </p15:guide>
        <p15:guide id="357" orient="horz" pos="1743" userDrawn="1">
          <p15:clr>
            <a:srgbClr val="F26B43"/>
          </p15:clr>
        </p15:guide>
        <p15:guide id="358" orient="horz" pos="2465" userDrawn="1">
          <p15:clr>
            <a:srgbClr val="F26B43"/>
          </p15:clr>
        </p15:guide>
        <p15:guide id="359" orient="horz" pos="2555" userDrawn="1">
          <p15:clr>
            <a:srgbClr val="F26B43"/>
          </p15:clr>
        </p15:guide>
        <p15:guide id="360" orient="horz" pos="2510" userDrawn="1">
          <p15:clr>
            <a:srgbClr val="F26B43"/>
          </p15:clr>
        </p15:guide>
        <p15:guide id="361" orient="horz" pos="3276" userDrawn="1">
          <p15:clr>
            <a:srgbClr val="F26B43"/>
          </p15:clr>
        </p15:guide>
        <p15:guide id="362" orient="horz" pos="3368" userDrawn="1">
          <p15:clr>
            <a:srgbClr val="F26B43"/>
          </p15:clr>
        </p15:guide>
        <p15:guide id="363" pos="3885" userDrawn="1">
          <p15:clr>
            <a:srgbClr val="F26B43"/>
          </p15:clr>
        </p15:guide>
        <p15:guide id="364" orient="horz" pos="2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7F2A-05E4-4741-BCC7-B3856CAD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522" y="1032545"/>
            <a:ext cx="6441592" cy="1317463"/>
          </a:xfrm>
        </p:spPr>
        <p:txBody>
          <a:bodyPr/>
          <a:lstStyle/>
          <a:p>
            <a:r>
              <a:rPr lang="en-US" dirty="0"/>
              <a:t>DEFAULT EXCLUDE 4PL FOR NEW CUSTOMER L’ OREAL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1662B-79A5-51A3-C5E7-EE3AA116E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0523" y="3213739"/>
            <a:ext cx="6441592" cy="586800"/>
          </a:xfrm>
        </p:spPr>
        <p:txBody>
          <a:bodyPr/>
          <a:lstStyle/>
          <a:p>
            <a:r>
              <a:rPr lang="en-US" dirty="0"/>
              <a:t>Business Owner: Luong Ngoc Truong, HEC Sales Manager</a:t>
            </a:r>
            <a:br>
              <a:rPr lang="en-US" dirty="0"/>
            </a:br>
            <a:r>
              <a:rPr lang="en-US" dirty="0"/>
              <a:t>Process Owner: Tran Quang Thuan, IT CSSC Vietnam</a:t>
            </a:r>
            <a:br>
              <a:rPr lang="en-US" dirty="0"/>
            </a:br>
            <a:r>
              <a:rPr lang="en-US" dirty="0"/>
              <a:t>Technical Owner: Nguyen Vu Thanh, IT CSSC Vietnam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4F658-4369-0363-F757-9340B1B56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0329" y="4425696"/>
            <a:ext cx="6441045" cy="412826"/>
          </a:xfrm>
        </p:spPr>
        <p:txBody>
          <a:bodyPr/>
          <a:lstStyle/>
          <a:p>
            <a:r>
              <a:rPr lang="en-US" dirty="0"/>
              <a:t>HCMC, 10 Aug 2026</a:t>
            </a:r>
          </a:p>
        </p:txBody>
      </p:sp>
      <p:pic>
        <p:nvPicPr>
          <p:cNvPr id="5" name="Picture 4" descr="icon2_titl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58568"/>
            <a:ext cx="1170432" cy="1170432"/>
          </a:xfrm>
          <a:prstGeom prst="rect">
            <a:avLst/>
          </a:prstGeom>
        </p:spPr>
      </p:pic>
      <p:sp>
        <p:nvSpPr>
          <p:cNvPr id="6" name="SAP Label"/>
          <p:cNvSpPr txBox="1"/>
          <p:nvPr/>
        </p:nvSpPr>
        <p:spPr>
          <a:xfrm>
            <a:off x="630936" y="3520440"/>
            <a:ext cx="23774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SAP</a:t>
            </a:r>
          </a:p>
        </p:txBody>
      </p:sp>
    </p:spTree>
    <p:extLst>
      <p:ext uri="{BB962C8B-B14F-4D97-AF65-F5344CB8AC3E}">
        <p14:creationId xmlns:p14="http://schemas.microsoft.com/office/powerpoint/2010/main" val="91167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C178-B3A9-1240-B852-D0644D64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Process Overview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9B795-977D-7241-9149-3B8B8FF122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endParaRPr lang="en-DE" dirty="0"/>
          </a:p>
        </p:txBody>
      </p:sp>
      <p:sp>
        <p:nvSpPr>
          <p:cNvPr id="4" name="Rounded Rectangle 3"/>
          <p:cNvSpPr/>
          <p:nvPr/>
        </p:nvSpPr>
        <p:spPr>
          <a:xfrm>
            <a:off x="856335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56335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16355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7" name="Picture 6" descr="icon2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835" y="2532888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6335" y="3200400"/>
            <a:ext cx="2331720" cy="86868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Get New
Customer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335" y="3931920"/>
            <a:ext cx="2331720" cy="36576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050" i="1">
                <a:solidFill>
                  <a:srgbClr val="6B6B6B"/>
                </a:solidFill>
                <a:latin typeface="Calibri"/>
              </a:rPr>
              <a:t>Nightly batch 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36395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11" name="Chevron 10"/>
          <p:cNvSpPr/>
          <p:nvPr/>
        </p:nvSpPr>
        <p:spPr>
          <a:xfrm>
            <a:off x="3224631" y="3442716"/>
            <a:ext cx="310896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72103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572103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32123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15" name="Picture 14" descr="icon2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603" y="2532888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72103" y="3200400"/>
            <a:ext cx="2331720" cy="430887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Calibri"/>
              </a:rPr>
              <a:t>Raise Nova
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2103" y="3931920"/>
            <a:ext cx="2331720" cy="36576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050" i="1">
                <a:solidFill>
                  <a:srgbClr val="6B6B6B"/>
                </a:solidFill>
                <a:latin typeface="Calibri"/>
              </a:rPr>
              <a:t>No approval needed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2163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19" name="Chevron 18"/>
          <p:cNvSpPr/>
          <p:nvPr/>
        </p:nvSpPr>
        <p:spPr>
          <a:xfrm>
            <a:off x="5940399" y="3442716"/>
            <a:ext cx="310896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87871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87871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47891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3" name="Picture 22" descr="icon2_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371" y="2532888"/>
            <a:ext cx="457200" cy="4572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87871" y="3200400"/>
            <a:ext cx="2331720" cy="86868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Install SAP
Exclude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7871" y="3931920"/>
            <a:ext cx="2331720" cy="365760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050" i="1">
                <a:solidFill>
                  <a:srgbClr val="6B6B6B"/>
                </a:solidFill>
                <a:latin typeface="Calibri"/>
              </a:rPr>
              <a:t>Per Nova ticket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7931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  <p:sp>
        <p:nvSpPr>
          <p:cNvPr id="27" name="Chevron 26"/>
          <p:cNvSpPr/>
          <p:nvPr/>
        </p:nvSpPr>
        <p:spPr>
          <a:xfrm>
            <a:off x="8656167" y="3442716"/>
            <a:ext cx="310896" cy="292608"/>
          </a:xfrm>
          <a:prstGeom prst="chevron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03639" y="2331720"/>
            <a:ext cx="233172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03639" y="2331720"/>
            <a:ext cx="2331720" cy="8229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63659" y="2532888"/>
            <a:ext cx="457200" cy="457200"/>
          </a:xfrm>
          <a:prstGeom prst="ellipse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31" name="Picture 30" descr="icon2_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139" y="2532888"/>
            <a:ext cx="457200" cy="457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003639" y="3200400"/>
            <a:ext cx="2331720" cy="430887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sz="1400" b="1" dirty="0">
                <a:solidFill>
                  <a:srgbClr val="1A1A1A"/>
                </a:solidFill>
                <a:latin typeface="Calibri"/>
              </a:rPr>
              <a:t>Clos</a:t>
            </a:r>
            <a:r>
              <a:rPr lang="en-US" sz="1400" b="1" dirty="0">
                <a:solidFill>
                  <a:srgbClr val="1A1A1A"/>
                </a:solidFill>
                <a:latin typeface="Calibri"/>
              </a:rPr>
              <a:t>ing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
Nova Ticket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3639" y="3931920"/>
            <a:ext cx="2331720" cy="161583"/>
          </a:xfrm>
          <a:prstGeom prst="rect">
            <a:avLst/>
          </a:prstGeom>
          <a:noFill/>
        </p:spPr>
        <p:txBody>
          <a:bodyPr wrap="square" lIns="73152" tIns="0" rIns="73152" bIns="0">
            <a:spAutoFit/>
          </a:bodyPr>
          <a:lstStyle/>
          <a:p>
            <a:pPr algn="ctr"/>
            <a:r>
              <a:rPr lang="en-US" sz="1050" i="1" dirty="0">
                <a:solidFill>
                  <a:srgbClr val="6B6B6B"/>
                </a:solidFill>
                <a:latin typeface="Calibri"/>
              </a:rPr>
              <a:t>By CIT</a:t>
            </a:r>
            <a:endParaRPr sz="105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483699" y="43708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66360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6B6B6B"/>
                </a:solidFill>
                <a:latin typeface="Calibri"/>
              </a:rPr>
              <a:t>End-to-end automated pipeline  —  only Step 4 requires manual action.</a:t>
            </a:r>
          </a:p>
        </p:txBody>
      </p:sp>
      <p:pic>
        <p:nvPicPr>
          <p:cNvPr id="36" name="Picture 35" descr="icon2_over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371600"/>
            <a:ext cx="685800" cy="6858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13716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82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030" y="420085"/>
            <a:ext cx="6853230" cy="92408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Auto get new customer code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1</a:t>
            </a:r>
            <a:endParaRPr lang="en-DE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B36D05-A0DC-E96E-C0B3-3D162E2B34C4}"/>
              </a:ext>
            </a:extLst>
          </p:cNvPr>
          <p:cNvSpPr txBox="1">
            <a:spLocks/>
          </p:cNvSpPr>
          <p:nvPr/>
        </p:nvSpPr>
        <p:spPr>
          <a:xfrm>
            <a:off x="1122977" y="2141550"/>
            <a:ext cx="7040880" cy="375009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System job runs automatically every night (outside business hours).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Scans and retrieves the list of New Customer Codes created during the day.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No manual trigger required — output list feeds directly into Step 2 (Raise Nova Ticket).</a:t>
            </a:r>
          </a:p>
          <a:p>
            <a:pPr lvl="1">
              <a:spcAft>
                <a:spcPts val="600"/>
              </a:spcAft>
            </a:pP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8549640" y="1600200"/>
            <a:ext cx="3063240" cy="4434840"/>
          </a:xfrm>
          <a:prstGeom prst="roundRect">
            <a:avLst>
              <a:gd name="adj" fmla="val 45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1600200"/>
            <a:ext cx="30632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50808" y="1920240"/>
            <a:ext cx="2660904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mail_new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4816" y="1984248"/>
            <a:ext cx="2532888" cy="13447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432511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BE0028"/>
                </a:solidFill>
                <a:latin typeface="Calibri"/>
              </a:rPr>
              <a:t>STEP 1  ·  Nightly Data Pull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04020" y="54681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Auto raise Nova Ticket – exclude request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2</a:t>
            </a:r>
            <a:endParaRPr lang="en-DE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B36D05-A0DC-E96E-C0B3-3D162E2B34C4}"/>
              </a:ext>
            </a:extLst>
          </p:cNvPr>
          <p:cNvSpPr txBox="1">
            <a:spLocks/>
          </p:cNvSpPr>
          <p:nvPr/>
        </p:nvSpPr>
        <p:spPr>
          <a:xfrm>
            <a:off x="1122977" y="2141550"/>
            <a:ext cx="7040880" cy="375009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Nova ticket is created automatically for the new customer codes from Step 1.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No approval required per ticket — confirmed by Mr. Luong Ngoc Truong via email.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b="1" dirty="0"/>
              <a:t>Ticket content: "on behalf of Mr. Truong Luong Ngoc, </a:t>
            </a:r>
            <a:r>
              <a:rPr lang="en-US" sz="2600" b="1" dirty="0" err="1"/>
              <a:t>truong.ngoc.luong@dksh.com</a:t>
            </a:r>
            <a:r>
              <a:rPr lang="en-US" sz="2600" b="1" dirty="0"/>
              <a:t>"</a:t>
            </a:r>
          </a:p>
          <a:p>
            <a:pPr lvl="1">
              <a:spcAft>
                <a:spcPts val="600"/>
              </a:spcAft>
            </a:pP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8549640" y="1600200"/>
            <a:ext cx="3063240" cy="4434840"/>
          </a:xfrm>
          <a:prstGeom prst="roundRect">
            <a:avLst>
              <a:gd name="adj" fmla="val 45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1600200"/>
            <a:ext cx="30632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50808" y="1920240"/>
            <a:ext cx="266090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20574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NOVA-88213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60152" y="20574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F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50808" y="2450592"/>
            <a:ext cx="2660904" cy="1"/>
          </a:xfrm>
          <a:prstGeom prst="rect">
            <a:avLst/>
          </a:prstGeom>
          <a:ln>
            <a:solidFill>
              <a:srgbClr val="E9E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8750808" y="2450592"/>
            <a:ext cx="2660904" cy="0"/>
          </a:xfrm>
          <a:prstGeom prst="line">
            <a:avLst/>
          </a:prstGeom>
          <a:ln w="9525">
            <a:solidFill>
              <a:srgbClr val="E9E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15400" y="25786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Type: Exclude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8803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On behalf of:
Mr. Truong Luong Ngoc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345643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BE0028"/>
                </a:solidFill>
                <a:latin typeface="Calibri"/>
              </a:rPr>
              <a:t>truong.ngoc.luong@dksh.com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3749040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15400" y="3822192"/>
            <a:ext cx="1929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>
                <a:solidFill>
                  <a:srgbClr val="6B6B6B"/>
                </a:solidFill>
                <a:latin typeface="Calibri"/>
              </a:rPr>
              <a:t>No approval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5079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BE0028"/>
                </a:solidFill>
                <a:latin typeface="Calibri"/>
              </a:rPr>
              <a:t>STEP 2  ·  Auto Ticket Request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4020" y="54681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239838"/>
          </a:xfrm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Auto install SAP exclude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3</a:t>
            </a:r>
            <a:endParaRPr lang="en-DE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B36D05-A0DC-E96E-C0B3-3D162E2B34C4}"/>
              </a:ext>
            </a:extLst>
          </p:cNvPr>
          <p:cNvSpPr txBox="1">
            <a:spLocks/>
          </p:cNvSpPr>
          <p:nvPr/>
        </p:nvSpPr>
        <p:spPr>
          <a:xfrm>
            <a:off x="1122977" y="2141550"/>
            <a:ext cx="7040880" cy="375009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System reads the customer codes from the Nova ticket raised in Step 2.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Exclude configuration is installed automatically on SAP for each customer code.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Keeps the Nova ticket and the SAP configuration fully in sync.</a:t>
            </a:r>
          </a:p>
          <a:p>
            <a:pPr lvl="1">
              <a:spcAft>
                <a:spcPts val="600"/>
              </a:spcAft>
            </a:pP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8549640" y="1600200"/>
            <a:ext cx="3063240" cy="4434840"/>
          </a:xfrm>
          <a:prstGeom prst="roundRect">
            <a:avLst>
              <a:gd name="adj" fmla="val 45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1600200"/>
            <a:ext cx="30632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50808" y="1920240"/>
            <a:ext cx="2660904" cy="13384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mail_sap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947672"/>
            <a:ext cx="2606040" cy="12835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50808" y="3340939"/>
            <a:ext cx="2660904" cy="121541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ap_tabl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368371"/>
            <a:ext cx="2606040" cy="11605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4702658"/>
            <a:ext cx="3063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BE0028"/>
                </a:solidFill>
                <a:latin typeface="Calibri"/>
              </a:rPr>
              <a:t>STEP 3  ·  SAP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04020" y="54681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AUTOMATED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C377E-D596-207C-ABB1-648DFE5CD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B4E6D-1D83-44F5-B52A-8D9EDD747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034" y="175127"/>
            <a:ext cx="7189763" cy="10684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Closing Nova ticket</a:t>
            </a:r>
            <a:endParaRPr lang="en-DE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8C1E5-FE96-B041-F896-386DB29FB6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005" y="126869"/>
            <a:ext cx="2755899" cy="1476642"/>
          </a:xfrm>
        </p:spPr>
        <p:txBody>
          <a:bodyPr/>
          <a:lstStyle/>
          <a:p>
            <a:r>
              <a:rPr lang="en-US"/>
              <a:t>4</a:t>
            </a:r>
            <a:endParaRPr lang="en-DE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3B36D05-A0DC-E96E-C0B3-3D162E2B34C4}"/>
              </a:ext>
            </a:extLst>
          </p:cNvPr>
          <p:cNvSpPr txBox="1">
            <a:spLocks/>
          </p:cNvSpPr>
          <p:nvPr/>
        </p:nvSpPr>
        <p:spPr>
          <a:xfrm>
            <a:off x="1122977" y="2141550"/>
            <a:ext cx="7040880" cy="375009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0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8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6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440000" indent="-180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Automated process control is needed in the process.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Tickets will be reviewed and closed manually by CIT.</a:t>
            </a:r>
          </a:p>
          <a:p>
            <a:pPr marL="228600" lvl="1" indent="0">
              <a:lnSpc>
                <a:spcPct val="90000"/>
              </a:lnSpc>
              <a:spcAft>
                <a:spcPts val="600"/>
              </a:spcAft>
              <a:buNone/>
            </a:pPr>
            <a:endParaRPr lang="en-US" sz="2600" dirty="0"/>
          </a:p>
          <a:p>
            <a:pPr marL="685800" lvl="1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600" dirty="0"/>
              <a:t>The notification will be sent to Mr. Truong Luong Ngoc- requester via Nova System.</a:t>
            </a:r>
          </a:p>
          <a:p>
            <a:pPr lvl="1">
              <a:spcAft>
                <a:spcPts val="600"/>
              </a:spcAft>
            </a:pPr>
            <a:endParaRPr lang="en-US" sz="2600" dirty="0"/>
          </a:p>
        </p:txBody>
      </p:sp>
      <p:sp>
        <p:nvSpPr>
          <p:cNvPr id="6" name="Rounded Rectangle 5"/>
          <p:cNvSpPr/>
          <p:nvPr/>
        </p:nvSpPr>
        <p:spPr>
          <a:xfrm>
            <a:off x="8549640" y="1600200"/>
            <a:ext cx="3063240" cy="4434840"/>
          </a:xfrm>
          <a:prstGeom prst="roundRect">
            <a:avLst>
              <a:gd name="adj" fmla="val 4500"/>
            </a:avLst>
          </a:prstGeom>
          <a:solidFill>
            <a:srgbClr val="FBE7EA"/>
          </a:solidFill>
          <a:ln w="15875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49640" y="1600200"/>
            <a:ext cx="3063240" cy="128016"/>
          </a:xfrm>
          <a:prstGeom prst="roundRect">
            <a:avLst>
              <a:gd name="adj" fmla="val 50000"/>
            </a:avLst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50808" y="1920240"/>
            <a:ext cx="2660904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E0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400" y="20574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NOVA-88213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68712" y="20574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50808" y="2450592"/>
            <a:ext cx="2660904" cy="0"/>
          </a:xfrm>
          <a:prstGeom prst="line">
            <a:avLst/>
          </a:prstGeom>
          <a:ln w="9525">
            <a:solidFill>
              <a:srgbClr val="E9E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60604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73768" y="2633472"/>
            <a:ext cx="165506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A1A1A"/>
                </a:solidFill>
                <a:latin typeface="Calibri"/>
              </a:rPr>
              <a:t>Reviewed &amp;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2907792"/>
            <a:ext cx="1655064" cy="1461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1" dirty="0">
                <a:solidFill>
                  <a:srgbClr val="6B6B6B"/>
                </a:solidFill>
                <a:latin typeface="Calibri"/>
              </a:rPr>
              <a:t>By</a:t>
            </a:r>
            <a:r>
              <a:rPr lang="en-US" sz="950" b="0" i="1" dirty="0">
                <a:solidFill>
                  <a:srgbClr val="6B6B6B"/>
                </a:solidFill>
                <a:latin typeface="Calibri"/>
              </a:rPr>
              <a:t> </a:t>
            </a:r>
            <a:r>
              <a:rPr sz="950" b="0" i="1" dirty="0">
                <a:solidFill>
                  <a:srgbClr val="6B6B6B"/>
                </a:solidFill>
                <a:latin typeface="Calibri"/>
              </a:rPr>
              <a:t>CIT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50808" y="3291840"/>
            <a:ext cx="2660904" cy="0"/>
          </a:xfrm>
          <a:prstGeom prst="line">
            <a:avLst/>
          </a:prstGeom>
          <a:ln w="9525">
            <a:solidFill>
              <a:srgbClr val="E9E9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915400" y="342900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Frequency: Daily ticket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73075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Last checkpoint in the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5079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BE0028"/>
                </a:solidFill>
                <a:latin typeface="Calibri"/>
              </a:rPr>
              <a:t>STEP 4  ·  Human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4020" y="546811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</p:spTree>
    <p:extLst>
      <p:ext uri="{BB962C8B-B14F-4D97-AF65-F5344CB8AC3E}">
        <p14:creationId xmlns:p14="http://schemas.microsoft.com/office/powerpoint/2010/main" val="617875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2EFCF-24EC-0CB8-4F2D-97DB705C1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0C52-A02E-8600-0AFF-987759C3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8301"/>
            <a:ext cx="8694738" cy="850900"/>
          </a:xfr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r>
              <a:rPr lang="en-US"/>
              <a:t>Roles &amp; Responsibilities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64E881-003A-883A-8D3B-F179F8DCC49A}"/>
              </a:ext>
            </a:extLst>
          </p:cNvPr>
          <p:cNvSpPr txBox="1"/>
          <p:nvPr/>
        </p:nvSpPr>
        <p:spPr>
          <a:xfrm>
            <a:off x="7953375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sz="2200"/>
            </a:pPr>
            <a:r>
              <a:rPr lang="en-US" sz="1400" dirty="0">
                <a:solidFill>
                  <a:srgbClr val="C0392B"/>
                </a:solidFill>
              </a:rPr>
              <a:t>Only 1 manual step: Step 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5ECEE9-E5E5-434D-CBB7-837665E3D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219680"/>
              </p:ext>
            </p:extLst>
          </p:nvPr>
        </p:nvGraphicFramePr>
        <p:xfrm>
          <a:off x="2307802" y="2206053"/>
          <a:ext cx="7576397" cy="35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587719579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421313118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3476258394"/>
                    </a:ext>
                  </a:extLst>
                </a:gridCol>
                <a:gridCol w="1476397">
                  <a:extLst>
                    <a:ext uri="{9D8B030D-6E8A-4147-A177-3AD203B41FA5}">
                      <a16:colId xmlns:a16="http://schemas.microsoft.com/office/drawing/2014/main" val="3476258395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r>
                        <a:rPr lang="en-US" sz="2000"/>
                        <a:t>Step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Action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Owner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Mode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54336043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Get new customer code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System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BE0028"/>
                          </a:solidFill>
                        </a:rPr>
                        <a:t>Auto – nightly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691027757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Raise Nova ticket, no approval needed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System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BE0028"/>
                          </a:solidFill>
                        </a:rPr>
                        <a:t>Auto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37539947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Install SAP exclude per Nova ticket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System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BE0028"/>
                          </a:solidFill>
                        </a:rPr>
                        <a:t>Auto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37539948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Close Nova ticket, daily review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CIT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6B6B6B"/>
                          </a:solidFill>
                        </a:rPr>
                        <a:t>Manual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2901581318"/>
                  </a:ext>
                </a:extLst>
              </a:tr>
            </a:tbl>
          </a:graphicData>
        </a:graphic>
      </p:graphicFrame>
      <p:pic>
        <p:nvPicPr>
          <p:cNvPr id="5" name="Picture 4" descr="icon2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05156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7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20F2A2-1CE5-4796-BD41-F54CC9727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3493453"/>
            <a:ext cx="7701090" cy="849948"/>
          </a:xfrm>
        </p:spPr>
        <p:txBody>
          <a:bodyPr/>
          <a:lstStyle/>
          <a:p>
            <a:r>
              <a:rPr lang="en-GB" dirty="0"/>
              <a:t>Thank you for your attention</a:t>
            </a:r>
          </a:p>
        </p:txBody>
      </p:sp>
      <p:pic>
        <p:nvPicPr>
          <p:cNvPr id="6" name="Picture 5" descr="icon_thankyou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62456"/>
            <a:ext cx="1280160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979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DKSH_Master">
  <a:themeElements>
    <a:clrScheme name="Custom 6">
      <a:dk1>
        <a:srgbClr val="1A1A1A"/>
      </a:dk1>
      <a:lt1>
        <a:srgbClr val="FFFFFF"/>
      </a:lt1>
      <a:dk2>
        <a:srgbClr val="98989A"/>
      </a:dk2>
      <a:lt2>
        <a:srgbClr val="BE0028"/>
      </a:lt2>
      <a:accent1>
        <a:srgbClr val="EF233C"/>
      </a:accent1>
      <a:accent2>
        <a:srgbClr val="90E0EF"/>
      </a:accent2>
      <a:accent3>
        <a:srgbClr val="00B3D8"/>
      </a:accent3>
      <a:accent4>
        <a:srgbClr val="0077B6"/>
      </a:accent4>
      <a:accent5>
        <a:srgbClr val="EBEBEB"/>
      </a:accent5>
      <a:accent6>
        <a:srgbClr val="CACACA"/>
      </a:accent6>
      <a:hlink>
        <a:srgbClr val="EF233C"/>
      </a:hlink>
      <a:folHlink>
        <a:srgbClr val="BE0028"/>
      </a:folHlink>
    </a:clrScheme>
    <a:fontScheme name="DKSH_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2"/>
        </a:solidFill>
        <a:ln w="6350">
          <a:noFill/>
        </a:ln>
      </a:spPr>
      <a:bodyPr lIns="0" tIns="0" rIns="0" bIns="0" rtlCol="0" anchor="ctr" anchorCtr="0"/>
      <a:lstStyle>
        <a:defPPr algn="ctr">
          <a:lnSpc>
            <a:spcPct val="120000"/>
          </a:lnSpc>
          <a:defRPr sz="12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Light tangerine">
      <a:srgbClr val="FFDC64"/>
    </a:custClr>
    <a:custClr name="Medium tangerine">
      <a:srgbClr val="FF9614"/>
    </a:custClr>
    <a:custClr name="Tangerine">
      <a:srgbClr val="FF6E32"/>
    </a:custClr>
    <a:custClr name="Light teal">
      <a:srgbClr val="4BD2D2"/>
    </a:custClr>
    <a:custClr name="Medium teal">
      <a:srgbClr val="008787"/>
    </a:custClr>
    <a:custClr name="Teal">
      <a:srgbClr val="005F5F"/>
    </a:custClr>
    <a:custClr name="Light purple">
      <a:srgbClr val="C8AADC"/>
    </a:custClr>
    <a:custClr name="Medium purple">
      <a:srgbClr val="8859A6"/>
    </a:custClr>
    <a:custClr name="Purple">
      <a:srgbClr val="643CA0"/>
    </a:custClr>
    <a:custClr>
      <a:srgbClr val="FFFFFF"/>
    </a:custClr>
    <a:custClr>
      <a:srgbClr val="FCEEB9"/>
    </a:custClr>
    <a:custClr>
      <a:srgbClr val="F7CD93"/>
    </a:custClr>
    <a:custClr>
      <a:srgbClr val="F4BA9E"/>
    </a:custClr>
    <a:custClr>
      <a:srgbClr val="B3E7E9"/>
    </a:custClr>
    <a:custClr>
      <a:srgbClr val="8FC2C3"/>
    </a:custClr>
    <a:custClr>
      <a:srgbClr val="8AAEAE"/>
    </a:custClr>
    <a:custClr>
      <a:srgbClr val="E1D5EC"/>
    </a:custClr>
    <a:custClr>
      <a:srgbClr val="C0ADD0"/>
    </a:custClr>
    <a:custClr>
      <a:srgbClr val="AE9FCC"/>
    </a:custClr>
    <a:custClr>
      <a:srgbClr val="FFFFFF"/>
    </a:custClr>
    <a:custClr>
      <a:srgbClr val="FBE697"/>
    </a:custClr>
    <a:custClr>
      <a:srgbClr val="F4B462"/>
    </a:custClr>
    <a:custClr>
      <a:srgbClr val="F0976F"/>
    </a:custClr>
    <a:custClr>
      <a:srgbClr val="90DCDE"/>
    </a:custClr>
    <a:custClr>
      <a:srgbClr val="5DA4A5"/>
    </a:custClr>
    <a:custClr>
      <a:srgbClr val="528586"/>
    </a:custClr>
    <a:custClr>
      <a:srgbClr val="D2C0E2"/>
    </a:custClr>
    <a:custClr>
      <a:srgbClr val="A084B9"/>
    </a:custClr>
    <a:custClr>
      <a:srgbClr val="856EB3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on4" id="{51D5A203-49A2-4617-9248-F60D6FBEE8ED}" vid="{C5A61CF2-52A9-4012-B07B-3EFF4D2EE951}"/>
    </a:ext>
  </a:extLst>
</a:theme>
</file>

<file path=ppt/theme/theme2.xml><?xml version="1.0" encoding="utf-8"?>
<a:theme xmlns:a="http://schemas.openxmlformats.org/drawingml/2006/main" name="Office Theme">
  <a:themeElements>
    <a:clrScheme name="DKSH">
      <a:dk1>
        <a:srgbClr val="000000"/>
      </a:dk1>
      <a:lt1>
        <a:srgbClr val="FFFFFF"/>
      </a:lt1>
      <a:dk2>
        <a:srgbClr val="98989A"/>
      </a:dk2>
      <a:lt2>
        <a:srgbClr val="AB1032"/>
      </a:lt2>
      <a:accent1>
        <a:srgbClr val="AB1032"/>
      </a:accent1>
      <a:accent2>
        <a:srgbClr val="98989A"/>
      </a:accent2>
      <a:accent3>
        <a:srgbClr val="B4B4B5"/>
      </a:accent3>
      <a:accent4>
        <a:srgbClr val="CFCFD0"/>
      </a:accent4>
      <a:accent5>
        <a:srgbClr val="EBEBEB"/>
      </a:accent5>
      <a:accent6>
        <a:srgbClr val="000000"/>
      </a:accent6>
      <a:hlink>
        <a:srgbClr val="AB1032"/>
      </a:hlink>
      <a:folHlink>
        <a:srgbClr val="670F31"/>
      </a:folHlink>
    </a:clrScheme>
    <a:fontScheme name="Arial DKS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6350">
          <a:noFill/>
        </a:ln>
      </a:spPr>
      <a:bodyPr rtlCol="0" anchor="ctr"/>
      <a:lstStyle>
        <a:defPPr algn="ctr">
          <a:defRPr sz="17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defRPr sz="1700"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Custom01">
      <a:srgbClr val="AB1032"/>
    </a:custClr>
    <a:custClr name="Custom02">
      <a:srgbClr val="98989A"/>
    </a:custClr>
    <a:custClr name="Custom03">
      <a:srgbClr val="B4B4B5"/>
    </a:custClr>
    <a:custClr name="Custom04">
      <a:srgbClr val="CFCFD0"/>
    </a:custClr>
    <a:custClr name="Custom05">
      <a:srgbClr val="EBEBEB"/>
    </a:custClr>
    <a:custClr name="Custom06">
      <a:srgbClr val="000000"/>
    </a:custClr>
    <a:custClr name="Custom07">
      <a:srgbClr val="FFFFFF"/>
    </a:custClr>
    <a:custClr name="Custom08">
      <a:srgbClr val="FFFFFF"/>
    </a:custClr>
    <a:custClr name="Custom09">
      <a:srgbClr val="FFFFFF"/>
    </a:custClr>
    <a:custClr name="Custom10">
      <a:srgbClr val="FFFFFF"/>
    </a:custClr>
    <a:custClr name="Custom11">
      <a:srgbClr val="6A1C2B"/>
    </a:custClr>
    <a:custClr name="Custom12">
      <a:srgbClr val="DD9517"/>
    </a:custClr>
    <a:custClr name="Custom13">
      <a:srgbClr val="DFA08A"/>
    </a:custClr>
    <a:custClr name="Custom14">
      <a:srgbClr val="EEC52A"/>
    </a:custClr>
    <a:custClr name="Custom15">
      <a:srgbClr val="A67780"/>
    </a:custClr>
    <a:custClr name="Custom16">
      <a:srgbClr val="ECC074"/>
    </a:custClr>
    <a:custClr name="Custom17">
      <a:srgbClr val="EDC7BA"/>
    </a:custClr>
    <a:custClr name="Custom18">
      <a:srgbClr val="F6DD80"/>
    </a:custClr>
    <a:custClr name="Custom19">
      <a:srgbClr val="FFFFFF"/>
    </a:custClr>
    <a:custClr name="Custom20">
      <a:srgbClr val="FFFFFF"/>
    </a:custClr>
    <a:custClr name="Custom21">
      <a:srgbClr val="0F3C28"/>
    </a:custClr>
    <a:custClr name="Custom22">
      <a:srgbClr val="B4C95F"/>
    </a:custClr>
    <a:custClr name="Custom23">
      <a:srgbClr val="008574"/>
    </a:custClr>
    <a:custClr name="Custom24">
      <a:srgbClr val="A4CCBF"/>
    </a:custClr>
    <a:custClr name="Custom25">
      <a:srgbClr val="6F8B7E"/>
    </a:custClr>
    <a:custClr name="Custom26">
      <a:srgbClr val="D3DFA0"/>
    </a:custClr>
    <a:custClr name="Custom27">
      <a:srgbClr val="66B7AC"/>
    </a:custClr>
    <a:custClr name="Custom28">
      <a:srgbClr val="C9E1D9"/>
    </a:custClr>
    <a:custClr name="Custom29">
      <a:srgbClr val="FFFFFF"/>
    </a:custClr>
    <a:custClr name="Custom30">
      <a:srgbClr val="FFFFFF"/>
    </a:custClr>
    <a:custClr name="Custom31">
      <a:srgbClr val="112851"/>
    </a:custClr>
    <a:custClr name="Custom32">
      <a:srgbClr val="ADC4E3"/>
    </a:custClr>
    <a:custClr name="Custom33">
      <a:srgbClr val="0069AF"/>
    </a:custClr>
    <a:custClr name="Custom34">
      <a:srgbClr val="9BCCE0"/>
    </a:custClr>
    <a:custClr name="Custom35">
      <a:srgbClr val="717E97"/>
    </a:custClr>
    <a:custClr name="Custom36">
      <a:srgbClr val="CFDCEF"/>
    </a:custClr>
    <a:custClr name="Custom37">
      <a:srgbClr val="66A6CF"/>
    </a:custClr>
    <a:custClr name="Custom38">
      <a:srgbClr val="C4E1ED"/>
    </a:custClr>
    <a:custClr name="Custom39">
      <a:srgbClr val="FFFFFF"/>
    </a:custClr>
    <a:custClr name="Custom40">
      <a:srgbClr val="FFFFFF"/>
    </a:custClr>
    <a:custClr name="Custom41">
      <a:srgbClr val="4E1E4A"/>
    </a:custClr>
    <a:custClr name="Custom42">
      <a:srgbClr val="B29CC3"/>
    </a:custClr>
    <a:custClr name="Custom43">
      <a:srgbClr val="544F80"/>
    </a:custClr>
    <a:custClr name="Custom44">
      <a:srgbClr val="CECFE3"/>
    </a:custClr>
    <a:custClr name="Custom45">
      <a:srgbClr val="957893"/>
    </a:custClr>
    <a:custClr name="Custom46">
      <a:srgbClr val="9996B3"/>
    </a:custClr>
    <a:custClr name="Custom47">
      <a:srgbClr val="D2C4DC"/>
    </a:custClr>
    <a:custClr name="Custom48">
      <a:srgbClr val="E2E3EF"/>
    </a:custClr>
    <a:custClr name="Custom47">
      <a:srgbClr val="FFFFFF"/>
    </a:custClr>
    <a:custClr name="Custom48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DKSH">
      <a:dk1>
        <a:srgbClr val="000000"/>
      </a:dk1>
      <a:lt1>
        <a:srgbClr val="FFFFFF"/>
      </a:lt1>
      <a:dk2>
        <a:srgbClr val="98989A"/>
      </a:dk2>
      <a:lt2>
        <a:srgbClr val="AB1032"/>
      </a:lt2>
      <a:accent1>
        <a:srgbClr val="AB1032"/>
      </a:accent1>
      <a:accent2>
        <a:srgbClr val="98989A"/>
      </a:accent2>
      <a:accent3>
        <a:srgbClr val="B4B4B5"/>
      </a:accent3>
      <a:accent4>
        <a:srgbClr val="CFCFD0"/>
      </a:accent4>
      <a:accent5>
        <a:srgbClr val="EBEBEB"/>
      </a:accent5>
      <a:accent6>
        <a:srgbClr val="000000"/>
      </a:accent6>
      <a:hlink>
        <a:srgbClr val="AB1032"/>
      </a:hlink>
      <a:folHlink>
        <a:srgbClr val="670F31"/>
      </a:folHlink>
    </a:clrScheme>
    <a:fontScheme name="Arial DKS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6350">
          <a:noFill/>
        </a:ln>
      </a:spPr>
      <a:bodyPr rtlCol="0" anchor="ctr"/>
      <a:lstStyle>
        <a:defPPr algn="ctr">
          <a:defRPr sz="17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spAutoFit/>
      </a:bodyPr>
      <a:lstStyle>
        <a:defPPr algn="l">
          <a:defRPr sz="1700" dirty="0" err="1" smtClean="0"/>
        </a:defPPr>
      </a:lstStyle>
    </a:txDef>
  </a:objectDefaults>
  <a:extraClrSchemeLst/>
  <a:custClrLst>
    <a:custClr name="Custom01">
      <a:srgbClr val="AB1032"/>
    </a:custClr>
    <a:custClr name="Custom02">
      <a:srgbClr val="98989A"/>
    </a:custClr>
    <a:custClr name="Custom03">
      <a:srgbClr val="B4B4B5"/>
    </a:custClr>
    <a:custClr name="Custom04">
      <a:srgbClr val="CFCFD0"/>
    </a:custClr>
    <a:custClr name="Custom05">
      <a:srgbClr val="EBEBEB"/>
    </a:custClr>
    <a:custClr name="Custom06">
      <a:srgbClr val="000000"/>
    </a:custClr>
    <a:custClr name="Custom07">
      <a:srgbClr val="FFFFFF"/>
    </a:custClr>
    <a:custClr name="Custom08">
      <a:srgbClr val="FFFFFF"/>
    </a:custClr>
    <a:custClr name="Custom09">
      <a:srgbClr val="FFFFFF"/>
    </a:custClr>
    <a:custClr name="Custom10">
      <a:srgbClr val="FFFFFF"/>
    </a:custClr>
    <a:custClr name="Custom11">
      <a:srgbClr val="6A1C2B"/>
    </a:custClr>
    <a:custClr name="Custom12">
      <a:srgbClr val="DD9517"/>
    </a:custClr>
    <a:custClr name="Custom13">
      <a:srgbClr val="DFA08A"/>
    </a:custClr>
    <a:custClr name="Custom14">
      <a:srgbClr val="EEC52A"/>
    </a:custClr>
    <a:custClr name="Custom15">
      <a:srgbClr val="A67780"/>
    </a:custClr>
    <a:custClr name="Custom16">
      <a:srgbClr val="ECC074"/>
    </a:custClr>
    <a:custClr name="Custom17">
      <a:srgbClr val="EDC7BA"/>
    </a:custClr>
    <a:custClr name="Custom18">
      <a:srgbClr val="F6DD80"/>
    </a:custClr>
    <a:custClr name="Custom19">
      <a:srgbClr val="FFFFFF"/>
    </a:custClr>
    <a:custClr name="Custom20">
      <a:srgbClr val="FFFFFF"/>
    </a:custClr>
    <a:custClr name="Custom21">
      <a:srgbClr val="0F3C28"/>
    </a:custClr>
    <a:custClr name="Custom22">
      <a:srgbClr val="B4C95F"/>
    </a:custClr>
    <a:custClr name="Custom23">
      <a:srgbClr val="008574"/>
    </a:custClr>
    <a:custClr name="Custom24">
      <a:srgbClr val="A4CCBF"/>
    </a:custClr>
    <a:custClr name="Custom25">
      <a:srgbClr val="6F8B7E"/>
    </a:custClr>
    <a:custClr name="Custom26">
      <a:srgbClr val="D3DFA0"/>
    </a:custClr>
    <a:custClr name="Custom27">
      <a:srgbClr val="66B7AC"/>
    </a:custClr>
    <a:custClr name="Custom28">
      <a:srgbClr val="C9E1D9"/>
    </a:custClr>
    <a:custClr name="Custom29">
      <a:srgbClr val="FFFFFF"/>
    </a:custClr>
    <a:custClr name="Custom30">
      <a:srgbClr val="FFFFFF"/>
    </a:custClr>
    <a:custClr name="Custom31">
      <a:srgbClr val="112851"/>
    </a:custClr>
    <a:custClr name="Custom32">
      <a:srgbClr val="ADC4E3"/>
    </a:custClr>
    <a:custClr name="Custom33">
      <a:srgbClr val="0069AF"/>
    </a:custClr>
    <a:custClr name="Custom34">
      <a:srgbClr val="9BCCE0"/>
    </a:custClr>
    <a:custClr name="Custom35">
      <a:srgbClr val="717E97"/>
    </a:custClr>
    <a:custClr name="Custom36">
      <a:srgbClr val="CFDCEF"/>
    </a:custClr>
    <a:custClr name="Custom37">
      <a:srgbClr val="66A6CF"/>
    </a:custClr>
    <a:custClr name="Custom38">
      <a:srgbClr val="C4E1ED"/>
    </a:custClr>
    <a:custClr name="Custom39">
      <a:srgbClr val="FFFFFF"/>
    </a:custClr>
    <a:custClr name="Custom40">
      <a:srgbClr val="FFFFFF"/>
    </a:custClr>
    <a:custClr name="Custom41">
      <a:srgbClr val="4E1E4A"/>
    </a:custClr>
    <a:custClr name="Custom42">
      <a:srgbClr val="B29CC3"/>
    </a:custClr>
    <a:custClr name="Custom43">
      <a:srgbClr val="544F80"/>
    </a:custClr>
    <a:custClr name="Custom44">
      <a:srgbClr val="CECFE3"/>
    </a:custClr>
    <a:custClr name="Custom45">
      <a:srgbClr val="957893"/>
    </a:custClr>
    <a:custClr name="Custom46">
      <a:srgbClr val="9996B3"/>
    </a:custClr>
    <a:custClr name="Custom47">
      <a:srgbClr val="D2C4DC"/>
    </a:custClr>
    <a:custClr name="Custom48">
      <a:srgbClr val="E2E3EF"/>
    </a:custClr>
    <a:custClr name="Custom47">
      <a:srgbClr val="FFFFFF"/>
    </a:custClr>
    <a:custClr name="Custom48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746ad845-94ec-4f70-9f62-3f80a6b5b424" xsi:nil="true"/>
    <_ip_UnifiedCompliancePolicyProperties xmlns="http://schemas.microsoft.com/sharepoint/v3" xsi:nil="true"/>
    <lcf76f155ced4ddcb4097134ff3c332f xmlns="d27e226b-4aea-439d-b8f1-8fe513f74ea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3DC2E98BDF7B4799256B41E2F50B89" ma:contentTypeVersion="21" ma:contentTypeDescription="Ein neues Dokument erstellen." ma:contentTypeScope="" ma:versionID="4811ca96f43c04fb7b242ce0e1582e31">
  <xsd:schema xmlns:xsd="http://www.w3.org/2001/XMLSchema" xmlns:xs="http://www.w3.org/2001/XMLSchema" xmlns:p="http://schemas.microsoft.com/office/2006/metadata/properties" xmlns:ns1="http://schemas.microsoft.com/sharepoint/v3" xmlns:ns2="d27e226b-4aea-439d-b8f1-8fe513f74ea6" xmlns:ns3="746ad845-94ec-4f70-9f62-3f80a6b5b424" targetNamespace="http://schemas.microsoft.com/office/2006/metadata/properties" ma:root="true" ma:fieldsID="e22dc02be9984599e04ad68c3067a95d" ns1:_="" ns2:_="" ns3:_="">
    <xsd:import namespace="http://schemas.microsoft.com/sharepoint/v3"/>
    <xsd:import namespace="d27e226b-4aea-439d-b8f1-8fe513f74ea6"/>
    <xsd:import namespace="746ad845-94ec-4f70-9f62-3f80a6b5b4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Eigenschaften der einheitlichen Compliancerichtlinie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I-Aktion der einheitlichen Compliancerichtlini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226b-4aea-439d-b8f1-8fe513f74e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ef8d2aa8-a971-4aba-b3a2-0227a6ae3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6ad845-94ec-4f70-9f62-3f80a6b5b42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7ca192a-e114-45e0-b018-c612b9242882}" ma:internalName="TaxCatchAll" ma:showField="CatchAllData" ma:web="746ad845-94ec-4f70-9f62-3f80a6b5b4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F8B3B5-2B60-4E27-9480-39C3B1CC5D7D}">
  <ds:schemaRefs>
    <ds:schemaRef ds:uri="d27e226b-4aea-439d-b8f1-8fe513f74ea6"/>
    <ds:schemaRef ds:uri="746ad845-94ec-4f70-9f62-3f80a6b5b424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sharepoint/v3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28304B2-03FB-4A45-8A93-7AB658DC01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184E39-1E78-40E1-B071-E21673C231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27e226b-4aea-439d-b8f1-8fe513f74ea6"/>
    <ds:schemaRef ds:uri="746ad845-94ec-4f70-9f62-3f80a6b5b4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DKSH Template_2026.02</Template>
  <TotalTime>48</TotalTime>
  <Words>415</Words>
  <Application>Microsoft Office PowerPoint</Application>
  <PresentationFormat>Widescreen</PresentationFormat>
  <Paragraphs>92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Wingdings</vt:lpstr>
      <vt:lpstr>DKSH_Master</vt:lpstr>
      <vt:lpstr>DEFAULT EXCLUDE 4PL FOR NEW CUSTOMER L’ OREAL</vt:lpstr>
      <vt:lpstr>Process Overview</vt:lpstr>
      <vt:lpstr>Auto get new customer code</vt:lpstr>
      <vt:lpstr>Auto raise Nova Ticket – exclude request</vt:lpstr>
      <vt:lpstr>Auto install SAP exclude</vt:lpstr>
      <vt:lpstr>Closing Nova ticket</vt:lpstr>
      <vt:lpstr>Roles &amp; Responsibilities Summary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Nguyen Vu</dc:creator>
  <cp:lastModifiedBy>Thuan Tran Quang</cp:lastModifiedBy>
  <cp:revision>14</cp:revision>
  <dcterms:created xsi:type="dcterms:W3CDTF">2026-07-20T03:55:42Z</dcterms:created>
  <dcterms:modified xsi:type="dcterms:W3CDTF">2026-08-11T03:42:13Z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0x010100D43DC2E98BDF7B4799256B41E2F50B89</vt:lpwstr>
  </property>
  <property fmtid="{D5CDD505-2E9C-101B-9397-08002B2CF9AE}" pid="3" name="_dlc_DocIdItemGuid">
    <vt:lpwstr>b3e197ff-08f3-4ff8-b0bb-b5595a57bd17</vt:lpwstr>
  </property>
  <property fmtid="{D5CDD505-2E9C-101B-9397-08002B2CF9AE}" pid="4" name="MediaServiceImageTags">
    <vt:lpwstr/>
  </property>
</Properties>
</file>